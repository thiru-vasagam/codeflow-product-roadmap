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slides/tags/tag4.xml" ContentType="application/vnd.openxmlformats-officedocument.presentationml.tags+xml"/>
  <Override PartName="/ppt/slides/tags/tag5.xml" ContentType="application/vnd.openxmlformats-officedocument.presentationml.tags+xml"/>
  <Override PartName="/ppt/slides/tags/tag6.xml" ContentType="application/vnd.openxmlformats-officedocument.presentationml.tags+xml"/>
  <Override PartName="/ppt/slides/tags/tag7.xml" ContentType="application/vnd.openxmlformats-officedocument.presentationml.tags+xml"/>
  <Override PartName="/ppt/slides/tags/tag8.xml" ContentType="application/vnd.openxmlformats-officedocument.presentationml.tags+xml"/>
  <Override PartName="/ppt/slides/tags/tag9.xml" ContentType="application/vnd.openxmlformats-officedocument.presentationml.tags+xml"/>
  <Override PartName="/ppt/slides/tags/tag10.xml" ContentType="application/vnd.openxmlformats-officedocument.presentationml.tags+xml"/>
  <Override PartName="/ppt/slides/tags/tag11.xml" ContentType="application/vnd.openxmlformats-officedocument.presentationml.tags+xml"/>
  <Override PartName="/ppt/slides/tags/tag12.xml" ContentType="application/vnd.openxmlformats-officedocument.presentationml.tags+xml"/>
  <Override PartName="/ppt/slides/tags/tag13.xml" ContentType="application/vnd.openxmlformats-officedocument.presentationml.tags+xml"/>
  <Override PartName="/ppt/slides/tags/tag14.xml" ContentType="application/vnd.openxmlformats-officedocument.presentationml.tags+xml"/>
  <Override PartName="/ppt/slides/tags/tag15.xml" ContentType="application/vnd.openxmlformats-officedocument.presentationml.tags+xml"/>
  <Override PartName="/ppt/slides/tags/tag16.xml" ContentType="application/vnd.openxmlformats-officedocument.presentationml.tags+xml"/>
  <Override PartName="/ppt/slides/tags/tag17.xml" ContentType="application/vnd.openxmlformats-officedocument.presentationml.tags+xml"/>
  <Override PartName="/ppt/slides/tags/tag18.xml" ContentType="application/vnd.openxmlformats-officedocument.presentationml.tags+xml"/>
  <Override PartName="/ppt/slides/tags/tag19.xml" ContentType="application/vnd.openxmlformats-officedocument.presentationml.tags+xml"/>
  <Override PartName="/ppt/slides/tags/tag20.xml" ContentType="application/vnd.openxmlformats-officedocument.presentationml.tags+xml"/>
  <Override PartName="/ppt/slides/tags/tag21.xml" ContentType="application/vnd.openxmlformats-officedocument.presentationml.tags+xml"/>
  <Override PartName="/ppt/slides/tags/tag22.xml" ContentType="application/vnd.openxmlformats-officedocument.presentationml.tags+xml"/>
  <Override PartName="/ppt/slides/tags/tag23.xml" ContentType="application/vnd.openxmlformats-officedocument.presentationml.tags+xml"/>
  <Override PartName="/ppt/slides/tags/tag24.xml" ContentType="application/vnd.openxmlformats-officedocument.presentationml.tags+xml"/>
  <Override PartName="/ppt/slides/tags/tag25.xml" ContentType="application/vnd.openxmlformats-officedocument.presentationml.tags+xml"/>
  <Override PartName="/ppt/slides/tags/tag26.xml" ContentType="application/vnd.openxmlformats-officedocument.presentationml.tags+xml"/>
  <Override PartName="/ppt/slides/tags/tag27.xml" ContentType="application/vnd.openxmlformats-officedocument.presentationml.tags+xml"/>
  <Override PartName="/ppt/slides/tags/tag28.xml" ContentType="application/vnd.openxmlformats-officedocument.presentationml.tags+xml"/>
  <Override PartName="/ppt/slides/tags/tag29.xml" ContentType="application/vnd.openxmlformats-officedocument.presentationml.tags+xml"/>
  <Override PartName="/ppt/slides/tags/tag30.xml" ContentType="application/vnd.openxmlformats-officedocument.presentationml.tags+xml"/>
  <Override PartName="/ppt/slides/tags/tag31.xml" ContentType="application/vnd.openxmlformats-officedocument.presentationml.tags+xml"/>
  <Override PartName="/ppt/slides/tags/tag32.xml" ContentType="application/vnd.openxmlformats-officedocument.presentationml.tags+xml"/>
  <Override PartName="/ppt/slides/tags/tag33.xml" ContentType="application/vnd.openxmlformats-officedocument.presentationml.tags+xml"/>
  <Override PartName="/ppt/slides/tags/tag34.xml" ContentType="application/vnd.openxmlformats-officedocument.presentationml.tags+xml"/>
  <Override PartName="/ppt/slides/tags/tag35.xml" ContentType="application/vnd.openxmlformats-officedocument.presentationml.tags+xml"/>
  <Override PartName="/ppt/slides/tags/tag36.xml" ContentType="application/vnd.openxmlformats-officedocument.presentationml.tags+xml"/>
  <Override PartName="/ppt/slides/tags/tag37.xml" ContentType="application/vnd.openxmlformats-officedocument.presentationml.tags+xml"/>
  <Override PartName="/ppt/slides/tags/tag38.xml" ContentType="application/vnd.openxmlformats-officedocument.presentationml.tags+xml"/>
  <Override PartName="/ppt/slides/tags/tag39.xml" ContentType="application/vnd.openxmlformats-officedocument.presentationml.tags+xml"/>
  <Override PartName="/ppt/slides/tags/tag40.xml" ContentType="application/vnd.openxmlformats-officedocument.presentationml.tags+xml"/>
  <Override PartName="/ppt/slides/tags/tag41.xml" ContentType="application/vnd.openxmlformats-officedocument.presentationml.tags+xml"/>
  <Override PartName="/ppt/slides/tags/tag42.xml" ContentType="application/vnd.openxmlformats-officedocument.presentationml.tags+xml"/>
  <Override PartName="/ppt/slides/tags/tag43.xml" ContentType="application/vnd.openxmlformats-officedocument.presentationml.tags+xml"/>
  <Override PartName="/ppt/slides/tags/tag44.xml" ContentType="application/vnd.openxmlformats-officedocument.presentationml.tags+xml"/>
  <Override PartName="/ppt/slides/tags/tag45.xml" ContentType="application/vnd.openxmlformats-officedocument.presentationml.tags+xml"/>
  <Override PartName="/ppt/slides/tags/tag46.xml" ContentType="application/vnd.openxmlformats-officedocument.presentationml.tags+xml"/>
  <Override PartName="/ppt/slides/tags/tag47.xml" ContentType="application/vnd.openxmlformats-officedocument.presentationml.tags+xml"/>
  <Override PartName="/ppt/slides/tags/tag48.xml" ContentType="application/vnd.openxmlformats-officedocument.presentationml.tags+xml"/>
  <Override PartName="/ppt/slides/tags/tag49.xml" ContentType="application/vnd.openxmlformats-officedocument.presentationml.tags+xml"/>
  <Override PartName="/ppt/slides/tags/tag50.xml" ContentType="application/vnd.openxmlformats-officedocument.presentationml.tags+xml"/>
  <Override PartName="/ppt/slides/tags/tag51.xml" ContentType="application/vnd.openxmlformats-officedocument.presentationml.tags+xml"/>
  <Override PartName="/ppt/slides/tags/tag52.xml" ContentType="application/vnd.openxmlformats-officedocument.presentationml.tags+xml"/>
  <Override PartName="/ppt/slides/tags/tag53.xml" ContentType="application/vnd.openxmlformats-officedocument.presentationml.tags+xml"/>
  <Override PartName="/ppt/slides/tags/tag54.xml" ContentType="application/vnd.openxmlformats-officedocument.presentationml.tags+xml"/>
  <Override PartName="/ppt/slides/tags/tag55.xml" ContentType="application/vnd.openxmlformats-officedocument.presentationml.tags+xml"/>
  <Override PartName="/ppt/slides/tags/tag56.xml" ContentType="application/vnd.openxmlformats-officedocument.presentationml.tags+xml"/>
  <Override PartName="/ppt/slides/tags/tag57.xml" ContentType="application/vnd.openxmlformats-officedocument.presentationml.tags+xml"/>
  <Override PartName="/ppt/slides/tags/tag58.xml" ContentType="application/vnd.openxmlformats-officedocument.presentationml.tags+xml"/>
  <Override PartName="/ppt/slides/tags/tag59.xml" ContentType="application/vnd.openxmlformats-officedocument.presentationml.tags+xml"/>
  <Override PartName="/ppt/slides/tags/tag60.xml" ContentType="application/vnd.openxmlformats-officedocument.presentationml.tags+xml"/>
  <Override PartName="/ppt/slides/tags/tag61.xml" ContentType="application/vnd.openxmlformats-officedocument.presentationml.tags+xml"/>
  <Override PartName="/ppt/slides/tags/tag62.xml" ContentType="application/vnd.openxmlformats-officedocument.presentationml.tags+xml"/>
  <Override PartName="/ppt/slides/tags/tag63.xml" ContentType="application/vnd.openxmlformats-officedocument.presentationml.tags+xml"/>
  <Override PartName="/ppt/slides/tags/tag64.xml" ContentType="application/vnd.openxmlformats-officedocument.presentationml.tags+xml"/>
  <Override PartName="/ppt/slides/tags/tag65.xml" ContentType="application/vnd.openxmlformats-officedocument.presentationml.tags+xml"/>
  <Override PartName="/ppt/slides/tags/tag66.xml" ContentType="application/vnd.openxmlformats-officedocument.presentationml.tags+xml"/>
  <Override PartName="/ppt/slides/tags/tag67.xml" ContentType="application/vnd.openxmlformats-officedocument.presentationml.tags+xml"/>
  <Override PartName="/ppt/slides/tags/tag68.xml" ContentType="application/vnd.openxmlformats-officedocument.presentationml.tags+xml"/>
  <Override PartName="/ppt/slides/tags/tag69.xml" ContentType="application/vnd.openxmlformats-officedocument.presentationml.tags+xml"/>
  <Override PartName="/ppt/slides/tags/tag70.xml" ContentType="application/vnd.openxmlformats-officedocument.presentationml.tags+xml"/>
  <Override PartName="/ppt/slides/tags/tag71.xml" ContentType="application/vnd.openxmlformats-officedocument.presentationml.tags+xml"/>
  <Override PartName="/ppt/slides/tags/tag72.xml" ContentType="application/vnd.openxmlformats-officedocument.presentationml.tags+xml"/>
  <Override PartName="/ppt/slides/tags/tag73.xml" ContentType="application/vnd.openxmlformats-officedocument.presentationml.tags+xml"/>
  <Override PartName="/ppt/slides/tags/tag74.xml" ContentType="application/vnd.openxmlformats-officedocument.presentationml.tags+xml"/>
  <Override PartName="/ppt/slides/tags/tag75.xml" ContentType="application/vnd.openxmlformats-officedocument.presentationml.tags+xml"/>
  <Override PartName="/ppt/slides/tags/tag76.xml" ContentType="application/vnd.openxmlformats-officedocument.presentationml.tags+xml"/>
  <Override PartName="/ppt/slides/tags/tag77.xml" ContentType="application/vnd.openxmlformats-officedocument.presentationml.tags+xml"/>
  <Override PartName="/ppt/slides/tags/tag78.xml" ContentType="application/vnd.openxmlformats-officedocument.presentationml.tags+xml"/>
  <Override PartName="/ppt/slides/tags/tag79.xml" ContentType="application/vnd.openxmlformats-officedocument.presentationml.tags+xml"/>
  <Override PartName="/ppt/slides/tags/tag80.xml" ContentType="application/vnd.openxmlformats-officedocument.presentationml.tags+xml"/>
  <Override PartName="/ppt/slides/tags/tag81.xml" ContentType="application/vnd.openxmlformats-officedocument.presentationml.tags+xml"/>
  <Override PartName="/ppt/slides/tags/tag82.xml" ContentType="application/vnd.openxmlformats-officedocument.presentationml.tags+xml"/>
  <Override PartName="/ppt/slides/tags/tag83.xml" ContentType="application/vnd.openxmlformats-officedocument.presentationml.tags+xml"/>
  <Override PartName="/ppt/slides/tags/tag84.xml" ContentType="application/vnd.openxmlformats-officedocument.presentationml.tags+xml"/>
  <Override PartName="/ppt/slides/tags/tag85.xml" ContentType="application/vnd.openxmlformats-officedocument.presentationml.tags+xml"/>
  <Override PartName="/ppt/slides/tags/tag86.xml" ContentType="application/vnd.openxmlformats-officedocument.presentationml.tags+xml"/>
  <Override PartName="/ppt/slides/tags/tag87.xml" ContentType="application/vnd.openxmlformats-officedocument.presentationml.tags+xml"/>
  <Override PartName="/ppt/slides/tags/tag88.xml" ContentType="application/vnd.openxmlformats-officedocument.presentationml.tags+xml"/>
  <Override PartName="/ppt/slides/tags/tag89.xml" ContentType="application/vnd.openxmlformats-officedocument.presentationml.tags+xml"/>
  <Override PartName="/ppt/slides/tags/tag90.xml" ContentType="application/vnd.openxmlformats-officedocument.presentationml.tags+xml"/>
  <Override PartName="/ppt/slides/tags/tag91.xml" ContentType="application/vnd.openxmlformats-officedocument.presentationml.tags+xml"/>
  <Override PartName="/ppt/slides/tags/tag92.xml" ContentType="application/vnd.openxmlformats-officedocument.presentationml.tags+xml"/>
  <Override PartName="/ppt/slides/tags/tag93.xml" ContentType="application/vnd.openxmlformats-officedocument.presentationml.tags+xml"/>
  <Override PartName="/ppt/slides/tags/tag94.xml" ContentType="application/vnd.openxmlformats-officedocument.presentationml.tags+xml"/>
  <Override PartName="/ppt/slides/tags/tag95.xml" ContentType="application/vnd.openxmlformats-officedocument.presentationml.tags+xml"/>
  <Override PartName="/ppt/slides/tags/tag96.xml" ContentType="application/vnd.openxmlformats-officedocument.presentationml.tags+xml"/>
  <Override PartName="/ppt/slides/tags/tag97.xml" ContentType="application/vnd.openxmlformats-officedocument.presentationml.tags+xml"/>
  <Override PartName="/ppt/slides/tags/tag98.xml" ContentType="application/vnd.openxmlformats-officedocument.presentationml.tags+xml"/>
  <Override PartName="/ppt/slides/tags/tag99.xml" ContentType="application/vnd.openxmlformats-officedocument.presentationml.tags+xml"/>
  <Override PartName="/ppt/slides/tags/tag100.xml" ContentType="application/vnd.openxmlformats-officedocument.presentationml.tags+xml"/>
  <Override PartName="/ppt/slides/tags/tag101.xml" ContentType="application/vnd.openxmlformats-officedocument.presentationml.tags+xml"/>
  <Override PartName="/ppt/slides/tags/tag102.xml" ContentType="application/vnd.openxmlformats-officedocument.presentationml.tags+xml"/>
  <Override PartName="/ppt/slides/tags/tag103.xml" ContentType="application/vnd.openxmlformats-officedocument.presentationml.tags+xml"/>
  <Override PartName="/ppt/slides/tags/tag104.xml" ContentType="application/vnd.openxmlformats-officedocument.presentationml.tags+xml"/>
  <Override PartName="/ppt/slides/tags/tag105.xml" ContentType="application/vnd.openxmlformats-officedocument.presentationml.tags+xml"/>
  <Override PartName="/ppt/slides/tags/tag106.xml" ContentType="application/vnd.openxmlformats-officedocument.presentationml.tags+xml"/>
  <Override PartName="/ppt/slides/tags/tag107.xml" ContentType="application/vnd.openxmlformats-officedocument.presentationml.tags+xml"/>
  <Override PartName="/ppt/slides/tags/tag108.xml" ContentType="application/vnd.openxmlformats-officedocument.presentationml.tags+xml"/>
  <Override PartName="/ppt/slides/tags/tag109.xml" ContentType="application/vnd.openxmlformats-officedocument.presentationml.tags+xml"/>
  <Override PartName="/ppt/slides/tags/tag110.xml" ContentType="application/vnd.openxmlformats-officedocument.presentationml.tags+xml"/>
  <Override PartName="/ppt/slides/tags/tag111.xml" ContentType="application/vnd.openxmlformats-officedocument.presentationml.tags+xml"/>
  <Override PartName="/ppt/slides/tags/tag112.xml" ContentType="application/vnd.openxmlformats-officedocument.presentationml.tags+xml"/>
  <Override PartName="/ppt/slides/tags/tag113.xml" ContentType="application/vnd.openxmlformats-officedocument.presentationml.tags+xml"/>
  <Override PartName="/ppt/slides/tags/tag114.xml" ContentType="application/vnd.openxmlformats-officedocument.presentationml.tags+xml"/>
  <Override PartName="/ppt/slides/tags/tag115.xml" ContentType="application/vnd.openxmlformats-officedocument.presentationml.tags+xml"/>
  <Override PartName="/ppt/slides/tags/tag116.xml" ContentType="application/vnd.openxmlformats-officedocument.presentationml.tags+xml"/>
  <Override PartName="/ppt/slides/tags/tag117.xml" ContentType="application/vnd.openxmlformats-officedocument.presentationml.tags+xml"/>
  <Override PartName="/ppt/slides/tags/tag118.xml" ContentType="application/vnd.openxmlformats-officedocument.presentationml.tags+xml"/>
  <Override PartName="/ppt/slides/tags/tag119.xml" ContentType="application/vnd.openxmlformats-officedocument.presentationml.tags+xml"/>
  <Override PartName="/ppt/slides/tags/tag120.xml" ContentType="application/vnd.openxmlformats-officedocument.presentationml.tags+xml"/>
  <Override PartName="/ppt/slides/tags/tag121.xml" ContentType="application/vnd.openxmlformats-officedocument.presentationml.tags+xml"/>
  <Override PartName="/ppt/slides/tags/tag122.xml" ContentType="application/vnd.openxmlformats-officedocument.presentationml.tags+xml"/>
  <Override PartName="/ppt/slides/tags/tag123.xml" ContentType="application/vnd.openxmlformats-officedocument.presentationml.tags+xml"/>
  <Override PartName="/ppt/slides/tags/tag124.xml" ContentType="application/vnd.openxmlformats-officedocument.presentationml.tags+xml"/>
  <Override PartName="/ppt/slides/tags/tag125.xml" ContentType="application/vnd.openxmlformats-officedocument.presentationml.tags+xml"/>
  <Override PartName="/ppt/slides/tags/tag126.xml" ContentType="application/vnd.openxmlformats-officedocument.presentationml.tags+xml"/>
  <Override PartName="/ppt/slides/tags/tag127.xml" ContentType="application/vnd.openxmlformats-officedocument.presentationml.tags+xml"/>
  <Override PartName="/ppt/slides/tags/tag128.xml" ContentType="application/vnd.openxmlformats-officedocument.presentationml.tags+xml"/>
  <Override PartName="/ppt/slides/tags/tag129.xml" ContentType="application/vnd.openxmlformats-officedocument.presentationml.tags+xml"/>
  <Override PartName="/ppt/slides/tags/tag130.xml" ContentType="application/vnd.openxmlformats-officedocument.presentationml.tags+xml"/>
  <Override PartName="/ppt/slides/tags/tag131.xml" ContentType="application/vnd.openxmlformats-officedocument.presentationml.tags+xml"/>
  <Override PartName="/ppt/slides/tags/tag132.xml" ContentType="application/vnd.openxmlformats-officedocument.presentationml.tags+xml"/>
  <Override PartName="/ppt/slides/tags/tag133.xml" ContentType="application/vnd.openxmlformats-officedocument.presentationml.tags+xml"/>
  <Override PartName="/ppt/slides/tags/tag134.xml" ContentType="application/vnd.openxmlformats-officedocument.presentationml.tags+xml"/>
  <Override PartName="/ppt/slides/tags/tag135.xml" ContentType="application/vnd.openxmlformats-officedocument.presentationml.tags+xml"/>
  <Override PartName="/ppt/slides/tags/tag136.xml" ContentType="application/vnd.openxmlformats-officedocument.presentationml.tags+xml"/>
  <Override PartName="/ppt/slides/tags/tag137.xml" ContentType="application/vnd.openxmlformats-officedocument.presentationml.tags+xml"/>
  <Override PartName="/ppt/slides/tags/tag138.xml" ContentType="application/vnd.openxmlformats-officedocument.presentationml.tags+xml"/>
  <Override PartName="/ppt/slides/tags/tag139.xml" ContentType="application/vnd.openxmlformats-officedocument.presentationml.tags+xml"/>
  <Override PartName="/ppt/slides/tags/tag140.xml" ContentType="application/vnd.openxmlformats-officedocument.presentationml.tags+xml"/>
  <Override PartName="/ppt/slides/tags/tag141.xml" ContentType="application/vnd.openxmlformats-officedocument.presentationml.tags+xml"/>
  <Override PartName="/ppt/slides/tags/tag142.xml" ContentType="application/vnd.openxmlformats-officedocument.presentationml.tags+xml"/>
  <Override PartName="/ppt/slides/tags/tag143.xml" ContentType="application/vnd.openxmlformats-officedocument.presentationml.tags+xml"/>
  <Override PartName="/ppt/slides/tags/tag144.xml" ContentType="application/vnd.openxmlformats-officedocument.presentationml.tags+xml"/>
  <Override PartName="/ppt/slides/tags/tag145.xml" ContentType="application/vnd.openxmlformats-officedocument.presentationml.tags+xml"/>
  <Override PartName="/ppt/slides/tags/tag146.xml" ContentType="application/vnd.openxmlformats-officedocument.presentationml.tags+xml"/>
  <Override PartName="/ppt/slides/tags/tag147.xml" ContentType="application/vnd.openxmlformats-officedocument.presentationml.tags+xml"/>
  <Override PartName="/ppt/slides/tags/tag148.xml" ContentType="application/vnd.openxmlformats-officedocument.presentationml.tags+xml"/>
  <Override PartName="/ppt/slides/tags/tag149.xml" ContentType="application/vnd.openxmlformats-officedocument.presentationml.tags+xml"/>
  <Override PartName="/ppt/slides/tags/tag150.xml" ContentType="application/vnd.openxmlformats-officedocument.presentationml.tags+xml"/>
  <Override PartName="/ppt/slides/tags/tag151.xml" ContentType="application/vnd.openxmlformats-officedocument.presentationml.tags+xml"/>
  <Override PartName="/ppt/slides/tags/tag152.xml" ContentType="application/vnd.openxmlformats-officedocument.presentationml.tags+xml"/>
  <Override PartName="/ppt/slides/tags/tag153.xml" ContentType="application/vnd.openxmlformats-officedocument.presentationml.tags+xml"/>
  <Override PartName="/ppt/slides/tags/tag154.xml" ContentType="application/vnd.openxmlformats-officedocument.presentationml.tags+xml"/>
  <Override PartName="/ppt/slides/tags/tag155.xml" ContentType="application/vnd.openxmlformats-officedocument.presentationml.tags+xml"/>
  <Override PartName="/ppt/slides/tags/tag156.xml" ContentType="application/vnd.openxmlformats-officedocument.presentationml.tags+xml"/>
  <Override PartName="/ppt/slides/tags/tag157.xml" ContentType="application/vnd.openxmlformats-officedocument.presentationml.tags+xml"/>
  <Override PartName="/ppt/slides/tags/tag158.xml" ContentType="application/vnd.openxmlformats-officedocument.presentationml.tags+xml"/>
  <Override PartName="/ppt/slides/tags/tag159.xml" ContentType="application/vnd.openxmlformats-officedocument.presentationml.tags+xml"/>
  <Override PartName="/ppt/slides/tags/tag160.xml" ContentType="application/vnd.openxmlformats-officedocument.presentationml.tags+xml"/>
  <Override PartName="/ppt/slides/tags/tag161.xml" ContentType="application/vnd.openxmlformats-officedocument.presentationml.tags+xml"/>
  <Override PartName="/ppt/slides/tags/tag162.xml" ContentType="application/vnd.openxmlformats-officedocument.presentationml.tags+xml"/>
  <Override PartName="/ppt/slides/tags/tag163.xml" ContentType="application/vnd.openxmlformats-officedocument.presentationml.tags+xml"/>
  <Override PartName="/ppt/slides/tags/tag164.xml" ContentType="application/vnd.openxmlformats-officedocument.presentationml.tags+xml"/>
  <Override PartName="/ppt/slides/tags/tag165.xml" ContentType="application/vnd.openxmlformats-officedocument.presentationml.tags+xml"/>
  <Override PartName="/ppt/slides/tags/tag166.xml" ContentType="application/vnd.openxmlformats-officedocument.presentationml.tags+xml"/>
  <Override PartName="/ppt/slides/tags/tag167.xml" ContentType="application/vnd.openxmlformats-officedocument.presentationml.tags+xml"/>
  <Override PartName="/ppt/slides/tags/tag168.xml" ContentType="application/vnd.openxmlformats-officedocument.presentationml.tags+xml"/>
  <Override PartName="/ppt/slides/tags/tag169.xml" ContentType="application/vnd.openxmlformats-officedocument.presentationml.tags+xml"/>
  <Override PartName="/ppt/slides/tags/tag170.xml" ContentType="application/vnd.openxmlformats-officedocument.presentationml.tags+xml"/>
  <Override PartName="/ppt/slides/tags/tag171.xml" ContentType="application/vnd.openxmlformats-officedocument.presentationml.tags+xml"/>
  <Override PartName="/ppt/slides/tags/tag172.xml" ContentType="application/vnd.openxmlformats-officedocument.presentationml.tags+xml"/>
  <Override PartName="/ppt/slides/tags/tag173.xml" ContentType="application/vnd.openxmlformats-officedocument.presentationml.tags+xml"/>
  <Override PartName="/ppt/slides/tags/tag174.xml" ContentType="application/vnd.openxmlformats-officedocument.presentationml.tags+xml"/>
  <Override PartName="/ppt/slides/tags/tag175.xml" ContentType="application/vnd.openxmlformats-officedocument.presentationml.tags+xml"/>
  <Override PartName="/ppt/slides/tags/tag176.xml" ContentType="application/vnd.openxmlformats-officedocument.presentationml.tags+xml"/>
  <Override PartName="/ppt/slides/tags/tag177.xml" ContentType="application/vnd.openxmlformats-officedocument.presentationml.tags+xml"/>
  <Override PartName="/ppt/slides/tags/tag178.xml" ContentType="application/vnd.openxmlformats-officedocument.presentationml.tags+xml"/>
  <Override PartName="/ppt/slides/tags/tag179.xml" ContentType="application/vnd.openxmlformats-officedocument.presentationml.tags+xml"/>
  <Override PartName="/ppt/slides/tags/tag180.xml" ContentType="application/vnd.openxmlformats-officedocument.presentationml.tags+xml"/>
  <Override PartName="/ppt/slides/tags/tag181.xml" ContentType="application/vnd.openxmlformats-officedocument.presentationml.tags+xml"/>
  <Override PartName="/ppt/slides/tags/tag182.xml" ContentType="application/vnd.openxmlformats-officedocument.presentationml.tags+xml"/>
  <Override PartName="/ppt/slides/tags/tag183.xml" ContentType="application/vnd.openxmlformats-officedocument.presentationml.tags+xml"/>
  <Override PartName="/ppt/slides/tags/tag184.xml" ContentType="application/vnd.openxmlformats-officedocument.presentationml.tags+xml"/>
  <Override PartName="/ppt/slides/tags/tag185.xml" ContentType="application/vnd.openxmlformats-officedocument.presentationml.tags+xml"/>
  <Override PartName="/ppt/slides/tags/tag186.xml" ContentType="application/vnd.openxmlformats-officedocument.presentationml.tags+xml"/>
  <Override PartName="/ppt/slides/tags/tag187.xml" ContentType="application/vnd.openxmlformats-officedocument.presentationml.tags+xml"/>
  <Override PartName="/ppt/slides/tags/tag188.xml" ContentType="application/vnd.openxmlformats-officedocument.presentationml.tags+xml"/>
  <Override PartName="/ppt/slides/tags/tag189.xml" ContentType="application/vnd.openxmlformats-officedocument.presentationml.tags+xml"/>
  <Override PartName="/ppt/slides/tags/tag190.xml" ContentType="application/vnd.openxmlformats-officedocument.presentationml.tags+xml"/>
  <Override PartName="/ppt/slides/tags/tag191.xml" ContentType="application/vnd.openxmlformats-officedocument.presentationml.tags+xml"/>
  <Override PartName="/ppt/slides/tags/tag192.xml" ContentType="application/vnd.openxmlformats-officedocument.presentationml.tags+xml"/>
  <Override PartName="/ppt/slides/tags/tag193.xml" ContentType="application/vnd.openxmlformats-officedocument.presentationml.tags+xml"/>
  <Override PartName="/ppt/slides/tags/tag194.xml" ContentType="application/vnd.openxmlformats-officedocument.presentationml.tags+xml"/>
  <Override PartName="/ppt/slides/tags/tag195.xml" ContentType="application/vnd.openxmlformats-officedocument.presentationml.tags+xml"/>
  <Override PartName="/ppt/slides/tags/tag196.xml" ContentType="application/vnd.openxmlformats-officedocument.presentationml.tags+xml"/>
  <Override PartName="/ppt/slides/tags/tag197.xml" ContentType="application/vnd.openxmlformats-officedocument.presentationml.tags+xml"/>
  <Override PartName="/ppt/slides/tags/tag198.xml" ContentType="application/vnd.openxmlformats-officedocument.presentationml.tags+xml"/>
  <Override PartName="/ppt/slides/tags/tag199.xml" ContentType="application/vnd.openxmlformats-officedocument.presentationml.tags+xml"/>
  <Override PartName="/ppt/slides/tags/tag200.xml" ContentType="application/vnd.openxmlformats-officedocument.presentationml.tags+xml"/>
  <Override PartName="/ppt/slides/tags/tag201.xml" ContentType="application/vnd.openxmlformats-officedocument.presentationml.tags+xml"/>
  <Override PartName="/ppt/slides/tags/tag202.xml" ContentType="application/vnd.openxmlformats-officedocument.presentationml.tags+xml"/>
  <Override PartName="/ppt/slides/tags/tag203.xml" ContentType="application/vnd.openxmlformats-officedocument.presentationml.tag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fff8141dc054db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1.xml" Id="rId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/>
      </p:grpSpPr>
    </p:spTree>
  </p:cSld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3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Layouts/slideMasters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/>
        <a:gradFill rotWithShape="1"/>
        <a:gradFill rotWithShape="1"/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/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tags" Target="/ppt/slides/tags/tag1.xml" Id="rId1" /><Relationship Type="http://schemas.openxmlformats.org/officeDocument/2006/relationships/slideLayout" Target="/ppt/slideLayouts/slideLayout1.xml" Id="rId2" /><Relationship Type="http://schemas.openxmlformats.org/officeDocument/2006/relationships/tags" Target="/ppt/slides/tags/tag2.xml" Id="rId10" /><Relationship Type="http://schemas.openxmlformats.org/officeDocument/2006/relationships/tags" Target="/ppt/slides/tags/tag3.xml" Id="rId11" /><Relationship Type="http://schemas.openxmlformats.org/officeDocument/2006/relationships/tags" Target="/ppt/slides/tags/tag4.xml" Id="rId12" /><Relationship Type="http://schemas.openxmlformats.org/officeDocument/2006/relationships/tags" Target="/ppt/slides/tags/tag5.xml" Id="rId13" /><Relationship Type="http://schemas.openxmlformats.org/officeDocument/2006/relationships/tags" Target="/ppt/slides/tags/tag6.xml" Id="rId14" /><Relationship Type="http://schemas.openxmlformats.org/officeDocument/2006/relationships/tags" Target="/ppt/slides/tags/tag7.xml" Id="rId15" /><Relationship Type="http://schemas.openxmlformats.org/officeDocument/2006/relationships/tags" Target="/ppt/slides/tags/tag8.xml" Id="rId16" /><Relationship Type="http://schemas.openxmlformats.org/officeDocument/2006/relationships/tags" Target="/ppt/slides/tags/tag9.xml" Id="rId17" /><Relationship Type="http://schemas.openxmlformats.org/officeDocument/2006/relationships/tags" Target="/ppt/slides/tags/tag10.xml" Id="rId18" /><Relationship Type="http://schemas.openxmlformats.org/officeDocument/2006/relationships/tags" Target="/ppt/slides/tags/tag11.xml" Id="rId19" /><Relationship Type="http://schemas.openxmlformats.org/officeDocument/2006/relationships/tags" Target="/ppt/slides/tags/tag12.xml" Id="rId20" /><Relationship Type="http://schemas.openxmlformats.org/officeDocument/2006/relationships/tags" Target="/ppt/slides/tags/tag13.xml" Id="rId21" /><Relationship Type="http://schemas.openxmlformats.org/officeDocument/2006/relationships/tags" Target="/ppt/slides/tags/tag14.xml" Id="rId22" /><Relationship Type="http://schemas.openxmlformats.org/officeDocument/2006/relationships/tags" Target="/ppt/slides/tags/tag15.xml" Id="rId23" /><Relationship Type="http://schemas.openxmlformats.org/officeDocument/2006/relationships/tags" Target="/ppt/slides/tags/tag16.xml" Id="rId24" /><Relationship Type="http://schemas.openxmlformats.org/officeDocument/2006/relationships/tags" Target="/ppt/slides/tags/tag17.xml" Id="rId25" /><Relationship Type="http://schemas.openxmlformats.org/officeDocument/2006/relationships/tags" Target="/ppt/slides/tags/tag18.xml" Id="rId26" /><Relationship Type="http://schemas.openxmlformats.org/officeDocument/2006/relationships/tags" Target="/ppt/slides/tags/tag19.xml" Id="rId27" /><Relationship Type="http://schemas.openxmlformats.org/officeDocument/2006/relationships/tags" Target="/ppt/slides/tags/tag20.xml" Id="rId28" /><Relationship Type="http://schemas.openxmlformats.org/officeDocument/2006/relationships/tags" Target="/ppt/slides/tags/tag21.xml" Id="rId29" /><Relationship Type="http://schemas.openxmlformats.org/officeDocument/2006/relationships/tags" Target="/ppt/slides/tags/tag22.xml" Id="rId30" /><Relationship Type="http://schemas.openxmlformats.org/officeDocument/2006/relationships/tags" Target="/ppt/slides/tags/tag23.xml" Id="rId31" /><Relationship Type="http://schemas.openxmlformats.org/officeDocument/2006/relationships/tags" Target="/ppt/slides/tags/tag24.xml" Id="rId32" /><Relationship Type="http://schemas.openxmlformats.org/officeDocument/2006/relationships/tags" Target="/ppt/slides/tags/tag25.xml" Id="rId33" /><Relationship Type="http://schemas.openxmlformats.org/officeDocument/2006/relationships/tags" Target="/ppt/slides/tags/tag26.xml" Id="rId34" /><Relationship Type="http://schemas.openxmlformats.org/officeDocument/2006/relationships/tags" Target="/ppt/slides/tags/tag27.xml" Id="rId35" /><Relationship Type="http://schemas.openxmlformats.org/officeDocument/2006/relationships/tags" Target="/ppt/slides/tags/tag28.xml" Id="rId36" /><Relationship Type="http://schemas.openxmlformats.org/officeDocument/2006/relationships/tags" Target="/ppt/slides/tags/tag29.xml" Id="rId37" /><Relationship Type="http://schemas.openxmlformats.org/officeDocument/2006/relationships/tags" Target="/ppt/slides/tags/tag30.xml" Id="rId38" /><Relationship Type="http://schemas.openxmlformats.org/officeDocument/2006/relationships/tags" Target="/ppt/slides/tags/tag31.xml" Id="rId39" /><Relationship Type="http://schemas.openxmlformats.org/officeDocument/2006/relationships/tags" Target="/ppt/slides/tags/tag32.xml" Id="rId40" /><Relationship Type="http://schemas.openxmlformats.org/officeDocument/2006/relationships/tags" Target="/ppt/slides/tags/tag33.xml" Id="rId41" /><Relationship Type="http://schemas.openxmlformats.org/officeDocument/2006/relationships/tags" Target="/ppt/slides/tags/tag34.xml" Id="rId42" /><Relationship Type="http://schemas.openxmlformats.org/officeDocument/2006/relationships/tags" Target="/ppt/slides/tags/tag35.xml" Id="rId43" /><Relationship Type="http://schemas.openxmlformats.org/officeDocument/2006/relationships/tags" Target="/ppt/slides/tags/tag36.xml" Id="rId44" /><Relationship Type="http://schemas.openxmlformats.org/officeDocument/2006/relationships/tags" Target="/ppt/slides/tags/tag37.xml" Id="rId45" /><Relationship Type="http://schemas.openxmlformats.org/officeDocument/2006/relationships/tags" Target="/ppt/slides/tags/tag38.xml" Id="rId46" /><Relationship Type="http://schemas.openxmlformats.org/officeDocument/2006/relationships/tags" Target="/ppt/slides/tags/tag39.xml" Id="rId47" /><Relationship Type="http://schemas.openxmlformats.org/officeDocument/2006/relationships/tags" Target="/ppt/slides/tags/tag40.xml" Id="rId48" /><Relationship Type="http://schemas.openxmlformats.org/officeDocument/2006/relationships/tags" Target="/ppt/slides/tags/tag41.xml" Id="rId49" /><Relationship Type="http://schemas.openxmlformats.org/officeDocument/2006/relationships/tags" Target="/ppt/slides/tags/tag42.xml" Id="rId50" /><Relationship Type="http://schemas.openxmlformats.org/officeDocument/2006/relationships/tags" Target="/ppt/slides/tags/tag43.xml" Id="rId51" /><Relationship Type="http://schemas.openxmlformats.org/officeDocument/2006/relationships/tags" Target="/ppt/slides/tags/tag44.xml" Id="rId52" /><Relationship Type="http://schemas.openxmlformats.org/officeDocument/2006/relationships/tags" Target="/ppt/slides/tags/tag45.xml" Id="rId53" /><Relationship Type="http://schemas.openxmlformats.org/officeDocument/2006/relationships/tags" Target="/ppt/slides/tags/tag46.xml" Id="rId54" /><Relationship Type="http://schemas.openxmlformats.org/officeDocument/2006/relationships/tags" Target="/ppt/slides/tags/tag47.xml" Id="rId55" /><Relationship Type="http://schemas.openxmlformats.org/officeDocument/2006/relationships/tags" Target="/ppt/slides/tags/tag48.xml" Id="rId56" /><Relationship Type="http://schemas.openxmlformats.org/officeDocument/2006/relationships/tags" Target="/ppt/slides/tags/tag49.xml" Id="rId57" /><Relationship Type="http://schemas.openxmlformats.org/officeDocument/2006/relationships/tags" Target="/ppt/slides/tags/tag50.xml" Id="rId58" /><Relationship Type="http://schemas.openxmlformats.org/officeDocument/2006/relationships/tags" Target="/ppt/slides/tags/tag51.xml" Id="rId59" /><Relationship Type="http://schemas.openxmlformats.org/officeDocument/2006/relationships/tags" Target="/ppt/slides/tags/tag52.xml" Id="rId60" /><Relationship Type="http://schemas.openxmlformats.org/officeDocument/2006/relationships/tags" Target="/ppt/slides/tags/tag53.xml" Id="rId61" /><Relationship Type="http://schemas.openxmlformats.org/officeDocument/2006/relationships/tags" Target="/ppt/slides/tags/tag54.xml" Id="rId62" /><Relationship Type="http://schemas.openxmlformats.org/officeDocument/2006/relationships/tags" Target="/ppt/slides/tags/tag55.xml" Id="rId63" /><Relationship Type="http://schemas.openxmlformats.org/officeDocument/2006/relationships/tags" Target="/ppt/slides/tags/tag56.xml" Id="rId64" /><Relationship Type="http://schemas.openxmlformats.org/officeDocument/2006/relationships/tags" Target="/ppt/slides/tags/tag57.xml" Id="rId65" /><Relationship Type="http://schemas.openxmlformats.org/officeDocument/2006/relationships/tags" Target="/ppt/slides/tags/tag58.xml" Id="rId66" /><Relationship Type="http://schemas.openxmlformats.org/officeDocument/2006/relationships/tags" Target="/ppt/slides/tags/tag59.xml" Id="rId67" /><Relationship Type="http://schemas.openxmlformats.org/officeDocument/2006/relationships/tags" Target="/ppt/slides/tags/tag60.xml" Id="rId68" /><Relationship Type="http://schemas.openxmlformats.org/officeDocument/2006/relationships/tags" Target="/ppt/slides/tags/tag61.xml" Id="rId69" /><Relationship Type="http://schemas.openxmlformats.org/officeDocument/2006/relationships/tags" Target="/ppt/slides/tags/tag62.xml" Id="rId70" /><Relationship Type="http://schemas.openxmlformats.org/officeDocument/2006/relationships/tags" Target="/ppt/slides/tags/tag63.xml" Id="rId71" /><Relationship Type="http://schemas.openxmlformats.org/officeDocument/2006/relationships/tags" Target="/ppt/slides/tags/tag64.xml" Id="rId72" /><Relationship Type="http://schemas.openxmlformats.org/officeDocument/2006/relationships/tags" Target="/ppt/slides/tags/tag65.xml" Id="rId73" /><Relationship Type="http://schemas.openxmlformats.org/officeDocument/2006/relationships/tags" Target="/ppt/slides/tags/tag66.xml" Id="rId74" /><Relationship Type="http://schemas.openxmlformats.org/officeDocument/2006/relationships/tags" Target="/ppt/slides/tags/tag67.xml" Id="rId75" /><Relationship Type="http://schemas.openxmlformats.org/officeDocument/2006/relationships/tags" Target="/ppt/slides/tags/tag68.xml" Id="rId76" /><Relationship Type="http://schemas.openxmlformats.org/officeDocument/2006/relationships/tags" Target="/ppt/slides/tags/tag69.xml" Id="rId77" /><Relationship Type="http://schemas.openxmlformats.org/officeDocument/2006/relationships/tags" Target="/ppt/slides/tags/tag70.xml" Id="rId78" /><Relationship Type="http://schemas.openxmlformats.org/officeDocument/2006/relationships/tags" Target="/ppt/slides/tags/tag71.xml" Id="rId79" /><Relationship Type="http://schemas.openxmlformats.org/officeDocument/2006/relationships/tags" Target="/ppt/slides/tags/tag72.xml" Id="rId80" /><Relationship Type="http://schemas.openxmlformats.org/officeDocument/2006/relationships/tags" Target="/ppt/slides/tags/tag73.xml" Id="rId81" /><Relationship Type="http://schemas.openxmlformats.org/officeDocument/2006/relationships/tags" Target="/ppt/slides/tags/tag74.xml" Id="rId82" /><Relationship Type="http://schemas.openxmlformats.org/officeDocument/2006/relationships/tags" Target="/ppt/slides/tags/tag75.xml" Id="rId83" /><Relationship Type="http://schemas.openxmlformats.org/officeDocument/2006/relationships/tags" Target="/ppt/slides/tags/tag76.xml" Id="rId84" /><Relationship Type="http://schemas.openxmlformats.org/officeDocument/2006/relationships/tags" Target="/ppt/slides/tags/tag77.xml" Id="rId85" /><Relationship Type="http://schemas.openxmlformats.org/officeDocument/2006/relationships/tags" Target="/ppt/slides/tags/tag78.xml" Id="rId86" /><Relationship Type="http://schemas.openxmlformats.org/officeDocument/2006/relationships/tags" Target="/ppt/slides/tags/tag79.xml" Id="rId87" /><Relationship Type="http://schemas.openxmlformats.org/officeDocument/2006/relationships/tags" Target="/ppt/slides/tags/tag80.xml" Id="rId88" /><Relationship Type="http://schemas.openxmlformats.org/officeDocument/2006/relationships/tags" Target="/ppt/slides/tags/tag81.xml" Id="rId89" /><Relationship Type="http://schemas.openxmlformats.org/officeDocument/2006/relationships/tags" Target="/ppt/slides/tags/tag82.xml" Id="rId90" /><Relationship Type="http://schemas.openxmlformats.org/officeDocument/2006/relationships/tags" Target="/ppt/slides/tags/tag83.xml" Id="rId91" /><Relationship Type="http://schemas.openxmlformats.org/officeDocument/2006/relationships/tags" Target="/ppt/slides/tags/tag84.xml" Id="rId92" /><Relationship Type="http://schemas.openxmlformats.org/officeDocument/2006/relationships/tags" Target="/ppt/slides/tags/tag85.xml" Id="rId93" /><Relationship Type="http://schemas.openxmlformats.org/officeDocument/2006/relationships/tags" Target="/ppt/slides/tags/tag86.xml" Id="rId94" /><Relationship Type="http://schemas.openxmlformats.org/officeDocument/2006/relationships/tags" Target="/ppt/slides/tags/tag87.xml" Id="rId95" /><Relationship Type="http://schemas.openxmlformats.org/officeDocument/2006/relationships/tags" Target="/ppt/slides/tags/tag88.xml" Id="rId96" /><Relationship Type="http://schemas.openxmlformats.org/officeDocument/2006/relationships/tags" Target="/ppt/slides/tags/tag89.xml" Id="rId97" /><Relationship Type="http://schemas.openxmlformats.org/officeDocument/2006/relationships/tags" Target="/ppt/slides/tags/tag90.xml" Id="rId98" /><Relationship Type="http://schemas.openxmlformats.org/officeDocument/2006/relationships/tags" Target="/ppt/slides/tags/tag91.xml" Id="rId99" /><Relationship Type="http://schemas.openxmlformats.org/officeDocument/2006/relationships/tags" Target="/ppt/slides/tags/tag92.xml" Id="rId100" /><Relationship Type="http://schemas.openxmlformats.org/officeDocument/2006/relationships/tags" Target="/ppt/slides/tags/tag93.xml" Id="rId101" /><Relationship Type="http://schemas.openxmlformats.org/officeDocument/2006/relationships/tags" Target="/ppt/slides/tags/tag94.xml" Id="rId102" /><Relationship Type="http://schemas.openxmlformats.org/officeDocument/2006/relationships/tags" Target="/ppt/slides/tags/tag95.xml" Id="rId103" /><Relationship Type="http://schemas.openxmlformats.org/officeDocument/2006/relationships/tags" Target="/ppt/slides/tags/tag96.xml" Id="rId104" /><Relationship Type="http://schemas.openxmlformats.org/officeDocument/2006/relationships/tags" Target="/ppt/slides/tags/tag97.xml" Id="rId105" /><Relationship Type="http://schemas.openxmlformats.org/officeDocument/2006/relationships/tags" Target="/ppt/slides/tags/tag98.xml" Id="rId106" /><Relationship Type="http://schemas.openxmlformats.org/officeDocument/2006/relationships/tags" Target="/ppt/slides/tags/tag99.xml" Id="rId107" /><Relationship Type="http://schemas.openxmlformats.org/officeDocument/2006/relationships/tags" Target="/ppt/slides/tags/tag100.xml" Id="rId108" /><Relationship Type="http://schemas.openxmlformats.org/officeDocument/2006/relationships/tags" Target="/ppt/slides/tags/tag101.xml" Id="rId109" /><Relationship Type="http://schemas.openxmlformats.org/officeDocument/2006/relationships/tags" Target="/ppt/slides/tags/tag102.xml" Id="rId110" /><Relationship Type="http://schemas.openxmlformats.org/officeDocument/2006/relationships/tags" Target="/ppt/slides/tags/tag103.xml" Id="rId111" /><Relationship Type="http://schemas.openxmlformats.org/officeDocument/2006/relationships/tags" Target="/ppt/slides/tags/tag104.xml" Id="rId112" /><Relationship Type="http://schemas.openxmlformats.org/officeDocument/2006/relationships/tags" Target="/ppt/slides/tags/tag105.xml" Id="rId113" /><Relationship Type="http://schemas.openxmlformats.org/officeDocument/2006/relationships/tags" Target="/ppt/slides/tags/tag106.xml" Id="rId114" /><Relationship Type="http://schemas.openxmlformats.org/officeDocument/2006/relationships/tags" Target="/ppt/slides/tags/tag107.xml" Id="rId115" /><Relationship Type="http://schemas.openxmlformats.org/officeDocument/2006/relationships/tags" Target="/ppt/slides/tags/tag108.xml" Id="rId116" /><Relationship Type="http://schemas.openxmlformats.org/officeDocument/2006/relationships/tags" Target="/ppt/slides/tags/tag109.xml" Id="rId117" /><Relationship Type="http://schemas.openxmlformats.org/officeDocument/2006/relationships/tags" Target="/ppt/slides/tags/tag110.xml" Id="rId118" /><Relationship Type="http://schemas.openxmlformats.org/officeDocument/2006/relationships/tags" Target="/ppt/slides/tags/tag111.xml" Id="rId119" /><Relationship Type="http://schemas.openxmlformats.org/officeDocument/2006/relationships/tags" Target="/ppt/slides/tags/tag112.xml" Id="rId120" /><Relationship Type="http://schemas.openxmlformats.org/officeDocument/2006/relationships/tags" Target="/ppt/slides/tags/tag113.xml" Id="rId121" /><Relationship Type="http://schemas.openxmlformats.org/officeDocument/2006/relationships/tags" Target="/ppt/slides/tags/tag114.xml" Id="rId122" /><Relationship Type="http://schemas.openxmlformats.org/officeDocument/2006/relationships/tags" Target="/ppt/slides/tags/tag115.xml" Id="rId123" /><Relationship Type="http://schemas.openxmlformats.org/officeDocument/2006/relationships/tags" Target="/ppt/slides/tags/tag116.xml" Id="rId124" /><Relationship Type="http://schemas.openxmlformats.org/officeDocument/2006/relationships/tags" Target="/ppt/slides/tags/tag117.xml" Id="rId125" /><Relationship Type="http://schemas.openxmlformats.org/officeDocument/2006/relationships/tags" Target="/ppt/slides/tags/tag118.xml" Id="rId126" /><Relationship Type="http://schemas.openxmlformats.org/officeDocument/2006/relationships/tags" Target="/ppt/slides/tags/tag119.xml" Id="rId127" /><Relationship Type="http://schemas.openxmlformats.org/officeDocument/2006/relationships/tags" Target="/ppt/slides/tags/tag120.xml" Id="rId128" /><Relationship Type="http://schemas.openxmlformats.org/officeDocument/2006/relationships/tags" Target="/ppt/slides/tags/tag121.xml" Id="rId129" /><Relationship Type="http://schemas.openxmlformats.org/officeDocument/2006/relationships/tags" Target="/ppt/slides/tags/tag122.xml" Id="rId130" /><Relationship Type="http://schemas.openxmlformats.org/officeDocument/2006/relationships/tags" Target="/ppt/slides/tags/tag123.xml" Id="rId131" /><Relationship Type="http://schemas.openxmlformats.org/officeDocument/2006/relationships/tags" Target="/ppt/slides/tags/tag124.xml" Id="rId132" /><Relationship Type="http://schemas.openxmlformats.org/officeDocument/2006/relationships/tags" Target="/ppt/slides/tags/tag125.xml" Id="rId133" /><Relationship Type="http://schemas.openxmlformats.org/officeDocument/2006/relationships/tags" Target="/ppt/slides/tags/tag126.xml" Id="rId134" /><Relationship Type="http://schemas.openxmlformats.org/officeDocument/2006/relationships/tags" Target="/ppt/slides/tags/tag127.xml" Id="rId135" /><Relationship Type="http://schemas.openxmlformats.org/officeDocument/2006/relationships/tags" Target="/ppt/slides/tags/tag128.xml" Id="rId136" /><Relationship Type="http://schemas.openxmlformats.org/officeDocument/2006/relationships/tags" Target="/ppt/slides/tags/tag129.xml" Id="rId137" /><Relationship Type="http://schemas.openxmlformats.org/officeDocument/2006/relationships/tags" Target="/ppt/slides/tags/tag130.xml" Id="rId138" /><Relationship Type="http://schemas.openxmlformats.org/officeDocument/2006/relationships/tags" Target="/ppt/slides/tags/tag131.xml" Id="rId139" /><Relationship Type="http://schemas.openxmlformats.org/officeDocument/2006/relationships/tags" Target="/ppt/slides/tags/tag132.xml" Id="rId140" /><Relationship Type="http://schemas.openxmlformats.org/officeDocument/2006/relationships/tags" Target="/ppt/slides/tags/tag133.xml" Id="rId141" /><Relationship Type="http://schemas.openxmlformats.org/officeDocument/2006/relationships/tags" Target="/ppt/slides/tags/tag134.xml" Id="rId142" /><Relationship Type="http://schemas.openxmlformats.org/officeDocument/2006/relationships/tags" Target="/ppt/slides/tags/tag135.xml" Id="rId143" /><Relationship Type="http://schemas.openxmlformats.org/officeDocument/2006/relationships/tags" Target="/ppt/slides/tags/tag136.xml" Id="rId144" /><Relationship Type="http://schemas.openxmlformats.org/officeDocument/2006/relationships/tags" Target="/ppt/slides/tags/tag137.xml" Id="rId145" /><Relationship Type="http://schemas.openxmlformats.org/officeDocument/2006/relationships/tags" Target="/ppt/slides/tags/tag138.xml" Id="rId146" /><Relationship Type="http://schemas.openxmlformats.org/officeDocument/2006/relationships/tags" Target="/ppt/slides/tags/tag139.xml" Id="rId147" /><Relationship Type="http://schemas.openxmlformats.org/officeDocument/2006/relationships/tags" Target="/ppt/slides/tags/tag140.xml" Id="rId148" /><Relationship Type="http://schemas.openxmlformats.org/officeDocument/2006/relationships/tags" Target="/ppt/slides/tags/tag141.xml" Id="rId149" /><Relationship Type="http://schemas.openxmlformats.org/officeDocument/2006/relationships/tags" Target="/ppt/slides/tags/tag142.xml" Id="rId150" /><Relationship Type="http://schemas.openxmlformats.org/officeDocument/2006/relationships/tags" Target="/ppt/slides/tags/tag143.xml" Id="rId151" /><Relationship Type="http://schemas.openxmlformats.org/officeDocument/2006/relationships/tags" Target="/ppt/slides/tags/tag144.xml" Id="rId152" /><Relationship Type="http://schemas.openxmlformats.org/officeDocument/2006/relationships/tags" Target="/ppt/slides/tags/tag145.xml" Id="rId153" /><Relationship Type="http://schemas.openxmlformats.org/officeDocument/2006/relationships/tags" Target="/ppt/slides/tags/tag146.xml" Id="rId154" /><Relationship Type="http://schemas.openxmlformats.org/officeDocument/2006/relationships/tags" Target="/ppt/slides/tags/tag147.xml" Id="rId155" /><Relationship Type="http://schemas.openxmlformats.org/officeDocument/2006/relationships/tags" Target="/ppt/slides/tags/tag148.xml" Id="rId156" /><Relationship Type="http://schemas.openxmlformats.org/officeDocument/2006/relationships/tags" Target="/ppt/slides/tags/tag149.xml" Id="rId157" /><Relationship Type="http://schemas.openxmlformats.org/officeDocument/2006/relationships/tags" Target="/ppt/slides/tags/tag150.xml" Id="rId158" /><Relationship Type="http://schemas.openxmlformats.org/officeDocument/2006/relationships/tags" Target="/ppt/slides/tags/tag151.xml" Id="rId159" /><Relationship Type="http://schemas.openxmlformats.org/officeDocument/2006/relationships/tags" Target="/ppt/slides/tags/tag152.xml" Id="rId160" /><Relationship Type="http://schemas.openxmlformats.org/officeDocument/2006/relationships/tags" Target="/ppt/slides/tags/tag153.xml" Id="rId161" /><Relationship Type="http://schemas.openxmlformats.org/officeDocument/2006/relationships/tags" Target="/ppt/slides/tags/tag154.xml" Id="rId162" /><Relationship Type="http://schemas.openxmlformats.org/officeDocument/2006/relationships/tags" Target="/ppt/slides/tags/tag155.xml" Id="rId163" /><Relationship Type="http://schemas.openxmlformats.org/officeDocument/2006/relationships/tags" Target="/ppt/slides/tags/tag156.xml" Id="rId164" /><Relationship Type="http://schemas.openxmlformats.org/officeDocument/2006/relationships/tags" Target="/ppt/slides/tags/tag157.xml" Id="rId165" /><Relationship Type="http://schemas.openxmlformats.org/officeDocument/2006/relationships/tags" Target="/ppt/slides/tags/tag158.xml" Id="rId166" /><Relationship Type="http://schemas.openxmlformats.org/officeDocument/2006/relationships/tags" Target="/ppt/slides/tags/tag159.xml" Id="rId167" /><Relationship Type="http://schemas.openxmlformats.org/officeDocument/2006/relationships/tags" Target="/ppt/slides/tags/tag160.xml" Id="rId168" /><Relationship Type="http://schemas.openxmlformats.org/officeDocument/2006/relationships/tags" Target="/ppt/slides/tags/tag161.xml" Id="rId169" /><Relationship Type="http://schemas.openxmlformats.org/officeDocument/2006/relationships/tags" Target="/ppt/slides/tags/tag162.xml" Id="rId170" /><Relationship Type="http://schemas.openxmlformats.org/officeDocument/2006/relationships/tags" Target="/ppt/slides/tags/tag163.xml" Id="rId171" /><Relationship Type="http://schemas.openxmlformats.org/officeDocument/2006/relationships/tags" Target="/ppt/slides/tags/tag164.xml" Id="rId172" /><Relationship Type="http://schemas.openxmlformats.org/officeDocument/2006/relationships/tags" Target="/ppt/slides/tags/tag165.xml" Id="rId173" /><Relationship Type="http://schemas.openxmlformats.org/officeDocument/2006/relationships/tags" Target="/ppt/slides/tags/tag166.xml" Id="rId174" /><Relationship Type="http://schemas.openxmlformats.org/officeDocument/2006/relationships/tags" Target="/ppt/slides/tags/tag167.xml" Id="rId175" /><Relationship Type="http://schemas.openxmlformats.org/officeDocument/2006/relationships/tags" Target="/ppt/slides/tags/tag168.xml" Id="rId176" /><Relationship Type="http://schemas.openxmlformats.org/officeDocument/2006/relationships/tags" Target="/ppt/slides/tags/tag169.xml" Id="rId177" /><Relationship Type="http://schemas.openxmlformats.org/officeDocument/2006/relationships/tags" Target="/ppt/slides/tags/tag170.xml" Id="rId178" /><Relationship Type="http://schemas.openxmlformats.org/officeDocument/2006/relationships/tags" Target="/ppt/slides/tags/tag171.xml" Id="rId179" /><Relationship Type="http://schemas.openxmlformats.org/officeDocument/2006/relationships/tags" Target="/ppt/slides/tags/tag172.xml" Id="rId180" /><Relationship Type="http://schemas.openxmlformats.org/officeDocument/2006/relationships/tags" Target="/ppt/slides/tags/tag173.xml" Id="rId181" /><Relationship Type="http://schemas.openxmlformats.org/officeDocument/2006/relationships/tags" Target="/ppt/slides/tags/tag174.xml" Id="rId182" /><Relationship Type="http://schemas.openxmlformats.org/officeDocument/2006/relationships/tags" Target="/ppt/slides/tags/tag175.xml" Id="rId183" /><Relationship Type="http://schemas.openxmlformats.org/officeDocument/2006/relationships/tags" Target="/ppt/slides/tags/tag176.xml" Id="rId184" /><Relationship Type="http://schemas.openxmlformats.org/officeDocument/2006/relationships/tags" Target="/ppt/slides/tags/tag177.xml" Id="rId185" /><Relationship Type="http://schemas.openxmlformats.org/officeDocument/2006/relationships/tags" Target="/ppt/slides/tags/tag178.xml" Id="rId186" /><Relationship Type="http://schemas.openxmlformats.org/officeDocument/2006/relationships/tags" Target="/ppt/slides/tags/tag179.xml" Id="rId187" /><Relationship Type="http://schemas.openxmlformats.org/officeDocument/2006/relationships/tags" Target="/ppt/slides/tags/tag180.xml" Id="rId188" /><Relationship Type="http://schemas.openxmlformats.org/officeDocument/2006/relationships/tags" Target="/ppt/slides/tags/tag181.xml" Id="rId189" /><Relationship Type="http://schemas.openxmlformats.org/officeDocument/2006/relationships/tags" Target="/ppt/slides/tags/tag182.xml" Id="rId190" /><Relationship Type="http://schemas.openxmlformats.org/officeDocument/2006/relationships/tags" Target="/ppt/slides/tags/tag183.xml" Id="rId191" /><Relationship Type="http://schemas.openxmlformats.org/officeDocument/2006/relationships/tags" Target="/ppt/slides/tags/tag184.xml" Id="rId192" /><Relationship Type="http://schemas.openxmlformats.org/officeDocument/2006/relationships/tags" Target="/ppt/slides/tags/tag185.xml" Id="rId193" /><Relationship Type="http://schemas.openxmlformats.org/officeDocument/2006/relationships/tags" Target="/ppt/slides/tags/tag186.xml" Id="rId194" /><Relationship Type="http://schemas.openxmlformats.org/officeDocument/2006/relationships/tags" Target="/ppt/slides/tags/tag187.xml" Id="rId195" /><Relationship Type="http://schemas.openxmlformats.org/officeDocument/2006/relationships/tags" Target="/ppt/slides/tags/tag188.xml" Id="rId196" /><Relationship Type="http://schemas.openxmlformats.org/officeDocument/2006/relationships/tags" Target="/ppt/slides/tags/tag189.xml" Id="rId197" /><Relationship Type="http://schemas.openxmlformats.org/officeDocument/2006/relationships/tags" Target="/ppt/slides/tags/tag190.xml" Id="rId198" /><Relationship Type="http://schemas.openxmlformats.org/officeDocument/2006/relationships/tags" Target="/ppt/slides/tags/tag191.xml" Id="rId199" /><Relationship Type="http://schemas.openxmlformats.org/officeDocument/2006/relationships/tags" Target="/ppt/slides/tags/tag192.xml" Id="rId200" /><Relationship Type="http://schemas.openxmlformats.org/officeDocument/2006/relationships/tags" Target="/ppt/slides/tags/tag193.xml" Id="rId201" /><Relationship Type="http://schemas.openxmlformats.org/officeDocument/2006/relationships/tags" Target="/ppt/slides/tags/tag194.xml" Id="rId202" /><Relationship Type="http://schemas.openxmlformats.org/officeDocument/2006/relationships/tags" Target="/ppt/slides/tags/tag195.xml" Id="rId203" /><Relationship Type="http://schemas.openxmlformats.org/officeDocument/2006/relationships/tags" Target="/ppt/slides/tags/tag196.xml" Id="rId204" /><Relationship Type="http://schemas.openxmlformats.org/officeDocument/2006/relationships/tags" Target="/ppt/slides/tags/tag197.xml" Id="rId205" /><Relationship Type="http://schemas.openxmlformats.org/officeDocument/2006/relationships/tags" Target="/ppt/slides/tags/tag198.xml" Id="rId206" /><Relationship Type="http://schemas.openxmlformats.org/officeDocument/2006/relationships/tags" Target="/ppt/slides/tags/tag199.xml" Id="rId207" /><Relationship Type="http://schemas.openxmlformats.org/officeDocument/2006/relationships/tags" Target="/ppt/slides/tags/tag200.xml" Id="rId208" /><Relationship Type="http://schemas.openxmlformats.org/officeDocument/2006/relationships/tags" Target="/ppt/slides/tags/tag201.xml" Id="rId209" /><Relationship Type="http://schemas.openxmlformats.org/officeDocument/2006/relationships/tags" Target="/ppt/slides/tags/tag202.xml" Id="rId210" /><Relationship Type="http://schemas.openxmlformats.org/officeDocument/2006/relationships/tags" Target="/ppt/slides/tags/tag203.xml" Id="rId211" /></Relationships>
</file>

<file path=ppt/slides/slide1.xml><?xml version="1.0" encoding="utf-8"?>
<p:sld xmlns:a16="http://schemas.microsoft.com/office/drawing/2014/main\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OTLSHAPE_TB_00000000000000000000000000000000_LeftEndCaps" hidden="0">
            <a:extLst>
              <a:ext uri="{CED83258-C921-4685-9F15-6DB794E587C4}">
                <a16:creationId xmlns:a16="http://schemas.microsoft.com/office/drawing/2014/main\" id="B5D13B86-6201-49FC-A6E1-568A9F8766A0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56607" y="1658655"/>
            <a:ext cx="508593" cy="23368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600" b="1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2025</a:t>
            </a:r>
          </a:p>
        </p:txBody>
      </p:sp>
      <p:sp>
        <p:nvSpPr>
          <p:cNvPr id="11" name="OTLSHAPE_TB_00000000000000000000000000000000_RightEndCaps" hidden="0">
            <a:extLst>
              <a:ext uri="{14FBC751-2B60-4556-A899-F11DCA09E186}">
                <a16:creationId xmlns:a16="http://schemas.microsoft.com/office/drawing/2014/main\" id="63270C1A-8A58-4D29-B960-AA8971D3C110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1365907" y="1658655"/>
            <a:ext cx="508593" cy="23368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600" b="1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2025</a:t>
            </a:r>
          </a:p>
        </p:txBody>
      </p:sp>
      <p:sp>
        <p:nvSpPr>
          <p:cNvPr id="12" name="OTLSHAPE_TB_00000000000000000000000000000000_ScaleContainer" hidden="0"/>
          <p:cNvSpPr/>
          <p:nvPr>
            <p:custDataLst>
              <p:tags r:id="rId12"/>
            </p:custDataLst>
          </p:nvPr>
        </p:nvSpPr>
        <p:spPr>
          <a:xfrm>
            <a:off x="1117600" y="1476029"/>
            <a:ext cx="10095907" cy="190500"/>
          </a:xfrm>
          <a:prstGeom prst="round2SameRect">
            <a:avLst/>
          </a:prstGeom>
          <a:solidFill>
            <a:srgbClr val="3661AE">
              <a:alpha val="100000"/>
            </a:srgbClr>
          </a:solidFill>
        </p:spPr>
      </p:sp>
      <p:sp>
        <p:nvSpPr>
          <p:cNvPr id="13" name="OTLSHAPE_TB_00000000000000000000000000000000_MiddleScaleContainer" hidden="0"/>
          <p:cNvSpPr/>
          <p:nvPr>
            <p:custDataLst>
              <p:tags r:id="rId13"/>
            </p:custDataLst>
          </p:nvPr>
        </p:nvSpPr>
        <p:spPr>
          <a:xfrm>
            <a:off x="1117600" y="1675673"/>
            <a:ext cx="10095907" cy="190500"/>
          </a:xfrm>
          <a:prstGeom prst="rect">
            <a:avLst/>
          </a:prstGeom>
          <a:solidFill>
            <a:srgbClr val="3661AE">
              <a:alpha val="100000"/>
            </a:srgbClr>
          </a:solidFill>
        </p:spPr>
      </p:sp>
      <p:sp>
        <p:nvSpPr>
          <p:cNvPr id="14" name="OTLSHAPE_TB_00000000000000000000000000000000_BottomScaleContainer" hidden="0"/>
          <p:cNvSpPr/>
          <p:nvPr>
            <p:custDataLst>
              <p:tags r:id="rId14"/>
            </p:custDataLst>
          </p:nvPr>
        </p:nvSpPr>
        <p:spPr>
          <a:xfrm rot="10800000">
            <a:off x="1117600" y="1875317"/>
            <a:ext cx="10095907" cy="190500"/>
          </a:xfrm>
          <a:prstGeom prst="round2SameRect">
            <a:avLst/>
          </a:prstGeom>
          <a:solidFill>
            <a:srgbClr val="3661AE">
              <a:alpha val="100000"/>
            </a:srgbClr>
          </a:solidFill>
        </p:spPr>
      </p:sp>
      <p:sp>
        <p:nvSpPr>
          <p:cNvPr id="15" name="OTLSHAPE_TB_00000000000000000000000000000000_TimescaleInterval1" hidden="0">
            <a:extLst>
              <a:ext uri="{D95492C7-2005-4EED-A8E7-30C60B5C9241}">
                <a16:creationId xmlns:a16="http://schemas.microsoft.com/office/drawing/2014/main\" id="B0F3C1EE-C6D5-48A6-B0D0-A86D04154A1F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994675" y="1490952"/>
            <a:ext cx="341757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2025</a:t>
            </a:r>
          </a:p>
        </p:txBody>
      </p:sp>
      <p:sp>
        <p:nvSpPr>
          <p:cNvPr id="16" name="OTLSHAPE_TB_00000000000000000000000000000000_MiddleTimescaleInterval1" hidden="0">
            <a:extLst>
              <a:ext uri="{84BF0541-FDEF-4C9B-BD68-E4C3628FC4E0}">
                <a16:creationId xmlns:a16="http://schemas.microsoft.com/office/drawing/2014/main\" id="8713161A-2ED4-47DA-81CD-B66BEDEA9B7E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181100" y="1697898"/>
            <a:ext cx="197612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Q1</a:t>
            </a:r>
          </a:p>
        </p:txBody>
      </p:sp>
      <p:cxnSp>
        <p:nvCxnSpPr>
          <p:cNvPr id="17" name="OTLSHAPE_TB_00000000000000000000000000000000_MiddleSeparator1" hidden="0"/>
          <p:cNvCxnSpPr/>
          <p:nvPr>
            <p:custDataLst>
              <p:tags r:id="rId17"/>
            </p:custDataLst>
          </p:nvPr>
        </p:nvCxnSpPr>
        <p:spPr>
          <a:xfrm>
            <a:off x="2580091" y="1675673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OTLSHAPE_TB_00000000000000000000000000000000_MiddleTimescaleInterval2" hidden="0">
            <a:extLst>
              <a:ext uri="{B12F9926-53E1-4492-BEED-CB4500CEC455}">
                <a16:creationId xmlns:a16="http://schemas.microsoft.com/office/drawing/2014/main\" id="672B79F2-A63C-4B94-BDBC-8F23732150D8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2643591" y="1697898"/>
            <a:ext cx="197612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Q2</a:t>
            </a:r>
          </a:p>
        </p:txBody>
      </p:sp>
      <p:cxnSp>
        <p:nvCxnSpPr>
          <p:cNvPr id="19" name="OTLSHAPE_TB_00000000000000000000000000000000_MiddleSeparator2" hidden="0"/>
          <p:cNvCxnSpPr/>
          <p:nvPr>
            <p:custDataLst>
              <p:tags r:id="rId19"/>
            </p:custDataLst>
          </p:nvPr>
        </p:nvCxnSpPr>
        <p:spPr>
          <a:xfrm>
            <a:off x="6873210" y="1675673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" name="OTLSHAPE_TB_00000000000000000000000000000000_MiddleTimescaleInterval3" hidden="0">
            <a:extLst>
              <a:ext uri="{98BE8F98-C320-4B03-9600-4A6CA02B1C66}">
                <a16:creationId xmlns:a16="http://schemas.microsoft.com/office/drawing/2014/main\" id="2E521D29-1669-41C8-ABB5-EAFDEBF1E7B9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936710" y="1697898"/>
            <a:ext cx="197612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Q3</a:t>
            </a:r>
          </a:p>
        </p:txBody>
      </p:sp>
      <p:sp>
        <p:nvSpPr>
          <p:cNvPr id="21" name="OTLSHAPE_TB_00000000000000000000000000000000_BottomTimescaleInterval1" hidden="0">
            <a:extLst>
              <a:ext uri="{AFFF50A3-95C1-479E-8F76-7648F79317B0}">
                <a16:creationId xmlns:a16="http://schemas.microsoft.com/office/drawing/2014/main\" id="0F0523E8-7E6C-434B-8FFE-EEA4AB53B4C1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181100" y="1890240"/>
            <a:ext cx="271611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Mar</a:t>
            </a:r>
          </a:p>
        </p:txBody>
      </p:sp>
      <p:cxnSp>
        <p:nvCxnSpPr>
          <p:cNvPr id="22" name="OTLSHAPE_TB_00000000000000000000000000000000_BottomSeparator1" hidden="0"/>
          <p:cNvCxnSpPr/>
          <p:nvPr>
            <p:custDataLst>
              <p:tags r:id="rId22"/>
            </p:custDataLst>
          </p:nvPr>
        </p:nvCxnSpPr>
        <p:spPr>
          <a:xfrm>
            <a:off x="2580091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3" name="OTLSHAPE_TB_00000000000000000000000000000000_BottomTimescaleInterval2" hidden="0">
            <a:extLst>
              <a:ext uri="{BB3AE39C-53B5-469A-B918-DC426B72BEDF}">
                <a16:creationId xmlns:a16="http://schemas.microsoft.com/office/drawing/2014/main\" id="94F6A622-FEBC-456B-AA6C-56B5333B9FF2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2643591" y="1890240"/>
            <a:ext cx="248412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Apr</a:t>
            </a:r>
          </a:p>
        </p:txBody>
      </p:sp>
      <p:cxnSp>
        <p:nvCxnSpPr>
          <p:cNvPr id="24" name="OTLSHAPE_TB_00000000000000000000000000000000_BottomSeparator2" hidden="0"/>
          <p:cNvCxnSpPr/>
          <p:nvPr>
            <p:custDataLst>
              <p:tags r:id="rId24"/>
            </p:custDataLst>
          </p:nvPr>
        </p:nvCxnSpPr>
        <p:spPr>
          <a:xfrm>
            <a:off x="3995405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" name="OTLSHAPE_TB_00000000000000000000000000000000_BottomTimescaleInterval3" hidden="0">
            <a:extLst>
              <a:ext uri="{D1D5F8D5-2669-48FA-B642-5AD1DAC46764}">
                <a16:creationId xmlns:a16="http://schemas.microsoft.com/office/drawing/2014/main\" id="B1E66904-69DC-44FF-9F08-D5B8E40893E7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4058905" y="1890240"/>
            <a:ext cx="294936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May</a:t>
            </a:r>
          </a:p>
        </p:txBody>
      </p:sp>
      <p:cxnSp>
        <p:nvCxnSpPr>
          <p:cNvPr id="26" name="OTLSHAPE_TB_00000000000000000000000000000000_BottomSeparator3" hidden="0"/>
          <p:cNvCxnSpPr/>
          <p:nvPr>
            <p:custDataLst>
              <p:tags r:id="rId26"/>
            </p:custDataLst>
          </p:nvPr>
        </p:nvCxnSpPr>
        <p:spPr>
          <a:xfrm>
            <a:off x="5457896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7" name="OTLSHAPE_TB_00000000000000000000000000000000_BottomTimescaleInterval4" hidden="0">
            <a:extLst>
              <a:ext uri="{50583AE6-2A06-4C18-B846-EBB231668F7E}">
                <a16:creationId xmlns:a16="http://schemas.microsoft.com/office/drawing/2014/main\" id="5124E509-21C7-4B15-95AC-E087E0C25EBE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5521396" y="1890240"/>
            <a:ext cx="256244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Jun</a:t>
            </a:r>
          </a:p>
        </p:txBody>
      </p:sp>
      <p:cxnSp>
        <p:nvCxnSpPr>
          <p:cNvPr id="28" name="OTLSHAPE_TB_00000000000000000000000000000000_BottomSeparator4" hidden="0"/>
          <p:cNvCxnSpPr/>
          <p:nvPr>
            <p:custDataLst>
              <p:tags r:id="rId28"/>
            </p:custDataLst>
          </p:nvPr>
        </p:nvCxnSpPr>
        <p:spPr>
          <a:xfrm>
            <a:off x="6873210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9" name="OTLSHAPE_TB_00000000000000000000000000000000_BottomTimescaleInterval5" hidden="0">
            <a:extLst>
              <a:ext uri="{F099E992-802B-42E7-8340-3322AFE52658}">
                <a16:creationId xmlns:a16="http://schemas.microsoft.com/office/drawing/2014/main\" id="CF26A810-5405-48F4-9B34-D2384BEE8E7D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6936710" y="1890240"/>
            <a:ext cx="209592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Jul</a:t>
            </a:r>
          </a:p>
        </p:txBody>
      </p:sp>
      <p:cxnSp>
        <p:nvCxnSpPr>
          <p:cNvPr id="30" name="OTLSHAPE_TB_00000000000000000000000000000000_BottomSeparator5" hidden="0"/>
          <p:cNvCxnSpPr/>
          <p:nvPr>
            <p:custDataLst>
              <p:tags r:id="rId30"/>
            </p:custDataLst>
          </p:nvPr>
        </p:nvCxnSpPr>
        <p:spPr>
          <a:xfrm>
            <a:off x="8335702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1" name="OTLSHAPE_TB_00000000000000000000000000000000_BottomTimescaleInterval6" hidden="0">
            <a:extLst>
              <a:ext uri="{2A5C1ED1-76E8-4A9E-992F-A1A8170588FD}">
                <a16:creationId xmlns:a16="http://schemas.microsoft.com/office/drawing/2014/main\" id="C84DD8F4-189E-4C91-87BD-3026D70EC638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399202" y="1890240"/>
            <a:ext cx="279569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Aug</a:t>
            </a:r>
          </a:p>
        </p:txBody>
      </p:sp>
      <p:cxnSp>
        <p:nvCxnSpPr>
          <p:cNvPr id="32" name="OTLSHAPE_TB_00000000000000000000000000000000_BottomSeparator6" hidden="0"/>
          <p:cNvCxnSpPr/>
          <p:nvPr>
            <p:custDataLst>
              <p:tags r:id="rId32"/>
            </p:custDataLst>
          </p:nvPr>
        </p:nvCxnSpPr>
        <p:spPr>
          <a:xfrm>
            <a:off x="9798193" y="1875317"/>
            <a:ext cx="0" cy="1905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3" name="OTLSHAPE_TB_00000000000000000000000000000000_BottomTimescaleInterval7" hidden="0">
            <a:extLst>
              <a:ext uri="{20143305-EAE7-4D21-91E1-89144A80CACD}">
                <a16:creationId xmlns:a16="http://schemas.microsoft.com/office/drawing/2014/main\" id="23A49330-484D-4E70-9E5A-6E0810FC888B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9861693" y="1890240"/>
            <a:ext cx="279569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Sep</a:t>
            </a:r>
          </a:p>
        </p:txBody>
      </p:sp>
      <p:sp>
        <p:nvSpPr>
          <p:cNvPr id="34" name="OTLSHAPE_TB_00000000000000000000000000000000_ElapsedTime" hidden="0"/>
          <p:cNvSpPr/>
          <p:nvPr>
            <p:custDataLst>
              <p:tags r:id="rId34"/>
            </p:custDataLst>
          </p:nvPr>
        </p:nvSpPr>
        <p:spPr>
          <a:xfrm>
            <a:off x="1117600" y="1476029"/>
            <a:ext cx="1161278" cy="39319"/>
          </a:xfrm>
          <a:prstGeom prst="roundRect">
            <a:avLst/>
          </a:prstGeom>
          <a:solidFill>
            <a:srgbClr val="FF0000">
              <a:alpha val="75000"/>
            </a:srgbClr>
          </a:solidFill>
        </p:spPr>
      </p:sp>
      <p:sp>
        <p:nvSpPr>
          <p:cNvPr id="35" name="OTLSHAPE_TB_00000000000000000000000000000000_TodayMarkerShape" hidden="0"/>
          <p:cNvSpPr/>
          <p:nvPr>
            <p:custDataLst>
              <p:tags r:id="rId35"/>
            </p:custDataLst>
          </p:nvPr>
        </p:nvSpPr>
        <p:spPr>
          <a:xfrm flipV="1">
            <a:off x="2251663" y="1412529"/>
            <a:ext cx="54429" cy="63500"/>
          </a:xfrm>
          <a:prstGeom prst="triangle">
            <a:avLst/>
          </a:prstGeom>
          <a:solidFill>
            <a:srgbClr val="FF0000">
              <a:alpha val="100000"/>
            </a:srgbClr>
          </a:solidFill>
        </p:spPr>
      </p:sp>
      <p:sp>
        <p:nvSpPr>
          <p:cNvPr id="36" name="OTLSHAPE_TB_00000000000000000000000000000000_TodayMarkerText" hidden="0">
            <a:extLst>
              <a:ext uri="{67824E4C-D975-402F-B340-CC99E8CD3780}">
                <a16:creationId xmlns:a16="http://schemas.microsoft.com/office/drawing/2014/main\" id="40B78D0B-2BA4-477C-9EE8-50EF718CF2E2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2076990" y="1251874"/>
            <a:ext cx="403775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Today</a:t>
            </a:r>
          </a:p>
        </p:txBody>
      </p:sp>
      <p:cxnSp>
        <p:nvCxnSpPr>
          <p:cNvPr id="37" name="OTLSHAPE_M_86060bef29f448ae9409a49c0251a6e3_Connector1" hidden="0"/>
          <p:cNvCxnSpPr/>
          <p:nvPr>
            <p:custDataLst>
              <p:tags r:id="rId37"/>
            </p:custDataLst>
          </p:nvPr>
        </p:nvCxnSpPr>
        <p:spPr>
          <a:xfrm>
            <a:off x="4048933" y="-54529"/>
            <a:ext cx="0" cy="1530558"/>
          </a:xfrm>
          <a:prstGeom prst="line">
            <a:avLst/>
          </a:prstGeom>
          <a:ln w="12700" cap="flat" cmpd="sng" algn="ctr">
            <a:solidFill>
              <a:srgbClr val="80B9D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" name="OTLSHAPE_M_090c38c98c2347328ff018d466483b57_Connector1" hidden="0"/>
          <p:cNvCxnSpPr/>
          <p:nvPr>
            <p:custDataLst>
              <p:tags r:id="rId38"/>
            </p:custDataLst>
          </p:nvPr>
        </p:nvCxnSpPr>
        <p:spPr>
          <a:xfrm>
            <a:off x="5511424" y="754461"/>
            <a:ext cx="0" cy="721568"/>
          </a:xfrm>
          <a:prstGeom prst="line">
            <a:avLst/>
          </a:prstGeom>
          <a:ln w="12700" cap="flat" cmpd="sng" algn="ctr">
            <a:solidFill>
              <a:srgbClr val="80B9D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" name="OTLSHAPE_M_6c68e906ff784d80aef28c5b3f3f470b_Connector1" hidden="0"/>
          <p:cNvCxnSpPr/>
          <p:nvPr>
            <p:custDataLst>
              <p:tags r:id="rId39"/>
            </p:custDataLst>
          </p:nvPr>
        </p:nvCxnSpPr>
        <p:spPr>
          <a:xfrm>
            <a:off x="6873210" y="577614"/>
            <a:ext cx="0" cy="88900"/>
          </a:xfrm>
          <a:prstGeom prst="line">
            <a:avLst/>
          </a:prstGeom>
          <a:ln w="12700" cap="flat" cmpd="sng" algn="ctr">
            <a:solidFill>
              <a:srgbClr val="80B9D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" name="OTLSHAPE_M_6c68e906ff784d80aef28c5b3f3f470b_Connector2" hidden="0"/>
          <p:cNvCxnSpPr/>
          <p:nvPr>
            <p:custDataLst>
              <p:tags r:id="rId40"/>
            </p:custDataLst>
          </p:nvPr>
        </p:nvCxnSpPr>
        <p:spPr>
          <a:xfrm>
            <a:off x="6873210" y="812564"/>
            <a:ext cx="0" cy="599966"/>
          </a:xfrm>
          <a:prstGeom prst="line">
            <a:avLst/>
          </a:prstGeom>
          <a:ln w="12700" cap="flat" cmpd="sng" algn="ctr">
            <a:solidFill>
              <a:srgbClr val="80B9D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3" name="OTLSHAPE_M_86060bef29f448ae9409a49c0251a6e3_Shape" hidden="0"/>
          <p:cNvSpPr/>
          <p:nvPr>
            <p:custDataLst>
              <p:tags r:id="rId43"/>
            </p:custDataLst>
          </p:nvPr>
        </p:nvSpPr>
        <p:spPr>
          <a:xfrm rot="-5400000">
            <a:off x="4074333" y="-54529"/>
            <a:ext cx="165100" cy="165100"/>
          </a:xfrm>
          <a:prstGeom prst="flowChartMerge">
            <a:avLst/>
          </a:prstGeom>
          <a:solidFill>
            <a:srgbClr val="70AD47">
              <a:alpha val="100000"/>
            </a:srgbClr>
          </a:solidFill>
        </p:spPr>
      </p:sp>
      <p:sp>
        <p:nvSpPr>
          <p:cNvPr id="41" name="OTLSHAPE_M_86060bef29f448ae9409a49c0251a6e3_Title" hidden="0">
            <a:extLst>
              <a:ext uri="{0D1950A4-8B9D-4D9C-BB86-EA452BDCFBB2}">
                <a16:creationId xmlns:a16="http://schemas.microsoft.com/office/drawing/2014/main\" id="E6376D96-D3D7-4875-B86B-CA893ADD14F8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4271182" y="-117076"/>
            <a:ext cx="181157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Gen 1 Tools : Executive Review</a:t>
            </a:r>
          </a:p>
        </p:txBody>
      </p:sp>
      <p:sp>
        <p:nvSpPr>
          <p:cNvPr id="42" name="OTLSHAPE_M_86060bef29f448ae9409a49c0251a6e3_Date" hidden="0">
            <a:extLst>
              <a:ext uri="{E5D0C89B-FF3C-468E-9AEF-D73B9F1B2870}">
                <a16:creationId xmlns:a16="http://schemas.microsoft.com/office/drawing/2014/main\" id="03605BDC-CFB0-48D0-A219-474F0A5B278B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4271182" y="41674"/>
            <a:ext cx="654516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May 1, 2025</a:t>
            </a:r>
          </a:p>
        </p:txBody>
      </p:sp>
      <p:sp>
        <p:nvSpPr>
          <p:cNvPr id="46" name="OTLSHAPE_M_090c38c98c2347328ff018d466483b57_Shape" hidden="0"/>
          <p:cNvSpPr/>
          <p:nvPr>
            <p:custDataLst>
              <p:tags r:id="rId46"/>
            </p:custDataLst>
          </p:nvPr>
        </p:nvSpPr>
        <p:spPr>
          <a:xfrm rot="-5400000">
            <a:off x="5536824" y="754461"/>
            <a:ext cx="165100" cy="165100"/>
          </a:xfrm>
          <a:prstGeom prst="flowChartMerge">
            <a:avLst/>
          </a:prstGeom>
          <a:solidFill>
            <a:srgbClr val="FF0100">
              <a:alpha val="100000"/>
            </a:srgbClr>
          </a:solidFill>
        </p:spPr>
      </p:sp>
      <p:sp>
        <p:nvSpPr>
          <p:cNvPr id="44" name="OTLSHAPE_M_090c38c98c2347328ff018d466483b57_Title" hidden="0">
            <a:extLst>
              <a:ext uri="{558377D4-B4D4-4A50-87B4-3E11203FC025}">
                <a16:creationId xmlns:a16="http://schemas.microsoft.com/office/drawing/2014/main\" id="6DA7E14E-1DF9-49B4-9AD1-5C00E54CF4C4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5733674" y="691914"/>
            <a:ext cx="181157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Gen 2 Tools : Executive Review</a:t>
            </a:r>
          </a:p>
        </p:txBody>
      </p:sp>
      <p:sp>
        <p:nvSpPr>
          <p:cNvPr id="45" name="OTLSHAPE_M_090c38c98c2347328ff018d466483b57_Date" hidden="0">
            <a:extLst>
              <a:ext uri="{D6F5A489-84B9-4AF5-BB3E-7F172E543AF6}">
                <a16:creationId xmlns:a16="http://schemas.microsoft.com/office/drawing/2014/main\" id="C57AC0FC-2BD2-4A08-8456-45970ED644CE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5733674" y="850664"/>
            <a:ext cx="622893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1, 2025</a:t>
            </a:r>
          </a:p>
        </p:txBody>
      </p:sp>
      <p:sp>
        <p:nvSpPr>
          <p:cNvPr id="49" name="OTLSHAPE_M_6c68e906ff784d80aef28c5b3f3f470b_Shape" hidden="0"/>
          <p:cNvSpPr/>
          <p:nvPr>
            <p:custDataLst>
              <p:tags r:id="rId49"/>
            </p:custDataLst>
          </p:nvPr>
        </p:nvSpPr>
        <p:spPr>
          <a:xfrm flipV="1">
            <a:off x="6758910" y="1285529"/>
            <a:ext cx="228600" cy="254000"/>
          </a:xfrm>
          <a:prstGeom prst="triangle">
            <a:avLst/>
          </a:prstGeom>
          <a:solidFill>
            <a:srgbClr val="000000">
              <a:alpha val="100000"/>
            </a:srgbClr>
          </a:solidFill>
        </p:spPr>
      </p:sp>
      <p:sp>
        <p:nvSpPr>
          <p:cNvPr id="47" name="OTLSHAPE_M_6c68e906ff784d80aef28c5b3f3f470b_Title" hidden="0">
            <a:extLst>
              <a:ext uri="{0B5A8339-9223-495F-9FD2-0B325E4A5597}">
                <a16:creationId xmlns:a16="http://schemas.microsoft.com/office/drawing/2014/main\" id="40773EE5-C669-4B0F-BE55-4B888D900F1A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5994540" y="262019"/>
            <a:ext cx="1757341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Use Cases : Executive Review</a:t>
            </a:r>
          </a:p>
        </p:txBody>
      </p:sp>
      <p:sp>
        <p:nvSpPr>
          <p:cNvPr id="48" name="OTLSHAPE_M_6c68e906ff784d80aef28c5b3f3f470b_Date" hidden="0">
            <a:extLst>
              <a:ext uri="{F0EB191A-2E5B-4DA5-BBC4-EF87693A6C57}">
                <a16:creationId xmlns:a16="http://schemas.microsoft.com/office/drawing/2014/main\" id="D2D7133E-219F-445A-A60C-F5F15B89EAE0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6529972" y="420769"/>
            <a:ext cx="68647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30, 2025</a:t>
            </a:r>
          </a:p>
        </p:txBody>
      </p:sp>
      <p:sp>
        <p:nvSpPr>
          <p:cNvPr id="52" name="OTLSHAPE_M_6df6e1afd8d341c198f6e4a395fee040_Shape" hidden="0"/>
          <p:cNvSpPr/>
          <p:nvPr>
            <p:custDataLst>
              <p:tags r:id="rId52"/>
            </p:custDataLst>
          </p:nvPr>
        </p:nvSpPr>
        <p:spPr>
          <a:xfrm flipV="1">
            <a:off x="10391551" y="1285529"/>
            <a:ext cx="228600" cy="254000"/>
          </a:xfrm>
          <a:prstGeom prst="triangle">
            <a:avLst/>
          </a:prstGeom>
          <a:solidFill>
            <a:srgbClr val="000000">
              <a:alpha val="100000"/>
            </a:srgbClr>
          </a:solidFill>
        </p:spPr>
      </p:sp>
      <p:sp>
        <p:nvSpPr>
          <p:cNvPr id="50" name="OTLSHAPE_M_6df6e1afd8d341c198f6e4a395fee040_Title" hidden="0">
            <a:extLst>
              <a:ext uri="{1A6FB770-E92A-4D0D-8EC8-081856B9B689}">
                <a16:creationId xmlns:a16="http://schemas.microsoft.com/office/drawing/2014/main\" id="8ECF70DB-8214-4949-8B19-FC14D40E032D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9313045" y="969934"/>
            <a:ext cx="238561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Use Cases : Evaluation Executive Review</a:t>
            </a:r>
          </a:p>
        </p:txBody>
      </p:sp>
      <p:sp>
        <p:nvSpPr>
          <p:cNvPr id="51" name="OTLSHAPE_M_6df6e1afd8d341c198f6e4a395fee040_Date" hidden="0">
            <a:extLst>
              <a:ext uri="{9D161533-7A6E-418D-9DD0-FCBE6589FAFE}">
                <a16:creationId xmlns:a16="http://schemas.microsoft.com/office/drawing/2014/main\" id="D0285510-9567-406D-B3C3-3953D42604EC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10153066" y="1128684"/>
            <a:ext cx="70557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Sep 15, 2025</a:t>
            </a:r>
          </a:p>
        </p:txBody>
      </p:sp>
      <p:sp>
        <p:nvSpPr>
          <p:cNvPr id="53" name="OTLSHAPE_SL_378830d7a07c4fdbb6d819bbafdb1d85_BackgroundRectangle" hidden="0"/>
          <p:cNvSpPr/>
          <p:nvPr>
            <p:custDataLst>
              <p:tags r:id="rId53"/>
            </p:custDataLst>
          </p:nvPr>
        </p:nvSpPr>
        <p:spPr>
          <a:xfrm>
            <a:off x="63500" y="2269017"/>
            <a:ext cx="11150007" cy="1003300"/>
          </a:xfrm>
          <a:prstGeom prst="rect">
            <a:avLst/>
          </a:prstGeom>
          <a:solidFill>
            <a:srgbClr val="A5A5A5">
              <a:alpha val="20000"/>
            </a:srgbClr>
          </a:solidFill>
        </p:spPr>
      </p:sp>
      <p:sp>
        <p:nvSpPr>
          <p:cNvPr id="54" name="OTLSHAPE_SL_378830d7a07c4fdbb6d819bbafdb1d85_HeaderRectangle" hidden="0"/>
          <p:cNvSpPr/>
          <p:nvPr>
            <p:custDataLst>
              <p:tags r:id="rId54"/>
            </p:custDataLst>
          </p:nvPr>
        </p:nvSpPr>
        <p:spPr>
          <a:xfrm>
            <a:off x="63500" y="2269017"/>
            <a:ext cx="927100" cy="1003300"/>
          </a:xfrm>
          <a:prstGeom prst="rect">
            <a:avLst/>
          </a:prstGeom>
          <a:solidFill>
            <a:srgbClr val="7F7F7F">
              <a:alpha val="100000"/>
            </a:srgbClr>
          </a:solidFill>
        </p:spPr>
      </p:sp>
      <p:sp>
        <p:nvSpPr>
          <p:cNvPr id="55" name="OTLSHAPE_SL_378830d7a07c4fdbb6d819bbafdb1d85_Header" hidden="0">
            <a:extLst>
              <a:ext uri="{0B392C80-B1C2-4933-8225-4A3362EAE6CE}">
                <a16:creationId xmlns:a16="http://schemas.microsoft.com/office/drawing/2014/main\" id="C1962153-22FA-4751-A3E9-42545ADFC4F9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63500" y="2449357"/>
            <a:ext cx="927100" cy="6426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i="1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Gen 1 (GitHub Copilot and Codeium)</a:t>
            </a:r>
          </a:p>
        </p:txBody>
      </p:sp>
      <p:sp>
        <p:nvSpPr>
          <p:cNvPr id="56" name="OTLSHAPE_SL_9a22a02b68c94dc2ba2e5a817c779724_BackgroundRectangle" hidden="0"/>
          <p:cNvSpPr/>
          <p:nvPr>
            <p:custDataLst>
              <p:tags r:id="rId56"/>
            </p:custDataLst>
          </p:nvPr>
        </p:nvSpPr>
        <p:spPr>
          <a:xfrm>
            <a:off x="63500" y="3335817"/>
            <a:ext cx="11150007" cy="1435100"/>
          </a:xfrm>
          <a:prstGeom prst="rect">
            <a:avLst/>
          </a:prstGeom>
          <a:solidFill>
            <a:srgbClr val="A5A5A5">
              <a:alpha val="20000"/>
            </a:srgbClr>
          </a:solidFill>
        </p:spPr>
      </p:sp>
      <p:sp>
        <p:nvSpPr>
          <p:cNvPr id="57" name="OTLSHAPE_SL_9a22a02b68c94dc2ba2e5a817c779724_HeaderRectangle" hidden="0"/>
          <p:cNvSpPr/>
          <p:nvPr>
            <p:custDataLst>
              <p:tags r:id="rId57"/>
            </p:custDataLst>
          </p:nvPr>
        </p:nvSpPr>
        <p:spPr>
          <a:xfrm>
            <a:off x="63500" y="3335817"/>
            <a:ext cx="927100" cy="1435100"/>
          </a:xfrm>
          <a:prstGeom prst="rect">
            <a:avLst/>
          </a:prstGeom>
          <a:solidFill>
            <a:srgbClr val="5C9BD5">
              <a:alpha val="100000"/>
            </a:srgbClr>
          </a:solidFill>
        </p:spPr>
      </p:sp>
      <p:sp>
        <p:nvSpPr>
          <p:cNvPr id="58" name="OTLSHAPE_SL_9a22a02b68c94dc2ba2e5a817c779724_Header" hidden="0">
            <a:extLst>
              <a:ext uri="{19C6A895-5FE4-417D-AA1D-393ACF85D2A8}">
                <a16:creationId xmlns:a16="http://schemas.microsoft.com/office/drawing/2014/main\" id="AC29D2BA-D86F-4978-BB48-D3B96892099E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63500" y="3732057"/>
            <a:ext cx="927100" cy="6426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i="1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Gen 2 (Windsurf, Devin, OpenHands)</a:t>
            </a:r>
          </a:p>
        </p:txBody>
      </p:sp>
      <p:sp>
        <p:nvSpPr>
          <p:cNvPr id="59" name="OTLSHAPE_SL_fd7f29a91ab14414a94057e1cf60a270_BackgroundRectangle" hidden="0"/>
          <p:cNvSpPr/>
          <p:nvPr>
            <p:custDataLst>
              <p:tags r:id="rId59"/>
            </p:custDataLst>
          </p:nvPr>
        </p:nvSpPr>
        <p:spPr>
          <a:xfrm>
            <a:off x="63500" y="4834418"/>
            <a:ext cx="11150007" cy="1915795"/>
          </a:xfrm>
          <a:prstGeom prst="rect">
            <a:avLst/>
          </a:prstGeom>
          <a:solidFill>
            <a:srgbClr val="A5A5A5">
              <a:alpha val="20000"/>
            </a:srgbClr>
          </a:solidFill>
        </p:spPr>
      </p:sp>
      <p:sp>
        <p:nvSpPr>
          <p:cNvPr id="60" name="OTLSHAPE_SL_fd7f29a91ab14414a94057e1cf60a270_HeaderRectangle" hidden="0"/>
          <p:cNvSpPr/>
          <p:nvPr>
            <p:custDataLst>
              <p:tags r:id="rId60"/>
            </p:custDataLst>
          </p:nvPr>
        </p:nvSpPr>
        <p:spPr>
          <a:xfrm>
            <a:off x="63500" y="4834418"/>
            <a:ext cx="927100" cy="1915795"/>
          </a:xfrm>
          <a:prstGeom prst="rect">
            <a:avLst/>
          </a:prstGeom>
          <a:solidFill>
            <a:srgbClr val="FFBF04">
              <a:alpha val="100000"/>
            </a:srgbClr>
          </a:solidFill>
        </p:spPr>
      </p:sp>
      <p:sp>
        <p:nvSpPr>
          <p:cNvPr id="61" name="OTLSHAPE_SL_fd7f29a91ab14414a94057e1cf60a270_Header" hidden="0">
            <a:extLst>
              <a:ext uri="{7B9ED5F0-687D-4535-939D-BCB8EEF669CC}">
                <a16:creationId xmlns:a16="http://schemas.microsoft.com/office/drawing/2014/main\" id="AD686460-C7AD-4964-A9D1-C9DFFB3473E2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63500" y="5711987"/>
            <a:ext cx="927100" cy="1606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i="1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Use Cases</a:t>
            </a:r>
          </a:p>
        </p:txBody>
      </p:sp>
      <p:cxnSp>
        <p:nvCxnSpPr>
          <p:cNvPr id="62" name="OTLSHAPE_G_00000000000000000000000000000000_ShapeBelow0" hidden="1"/>
          <p:cNvCxnSpPr/>
          <p:nvPr>
            <p:custDataLst>
              <p:tags r:id="rId62"/>
            </p:custDataLst>
          </p:nvPr>
        </p:nvCxnSpPr>
        <p:spPr>
          <a:xfrm>
            <a:off x="2580091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3" name="OTLSHAPE_G_00000000000000000000000000000000_ShapeBelow1" hidden="1"/>
          <p:cNvCxnSpPr/>
          <p:nvPr>
            <p:custDataLst>
              <p:tags r:id="rId63"/>
            </p:custDataLst>
          </p:nvPr>
        </p:nvCxnSpPr>
        <p:spPr>
          <a:xfrm>
            <a:off x="3995405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4" name="OTLSHAPE_G_00000000000000000000000000000000_ShapeBelow2" hidden="1"/>
          <p:cNvCxnSpPr/>
          <p:nvPr>
            <p:custDataLst>
              <p:tags r:id="rId64"/>
            </p:custDataLst>
          </p:nvPr>
        </p:nvCxnSpPr>
        <p:spPr>
          <a:xfrm>
            <a:off x="5457896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5" name="OTLSHAPE_G_00000000000000000000000000000000_ShapeBelow3" hidden="1"/>
          <p:cNvCxnSpPr/>
          <p:nvPr>
            <p:custDataLst>
              <p:tags r:id="rId65"/>
            </p:custDataLst>
          </p:nvPr>
        </p:nvCxnSpPr>
        <p:spPr>
          <a:xfrm>
            <a:off x="6873210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6" name="OTLSHAPE_G_00000000000000000000000000000000_ShapeBelow4" hidden="1"/>
          <p:cNvCxnSpPr/>
          <p:nvPr>
            <p:custDataLst>
              <p:tags r:id="rId66"/>
            </p:custDataLst>
          </p:nvPr>
        </p:nvCxnSpPr>
        <p:spPr>
          <a:xfrm>
            <a:off x="8335702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7" name="OTLSHAPE_G_00000000000000000000000000000000_ShapeBelow5" hidden="1"/>
          <p:cNvCxnSpPr/>
          <p:nvPr>
            <p:custDataLst>
              <p:tags r:id="rId67"/>
            </p:custDataLst>
          </p:nvPr>
        </p:nvCxnSpPr>
        <p:spPr>
          <a:xfrm>
            <a:off x="9798193" y="2065817"/>
            <a:ext cx="0" cy="4684395"/>
          </a:xfrm>
          <a:prstGeom prst="line">
            <a:avLst/>
          </a:prstGeom>
          <a:ln w="0" cap="flat" cmpd="sng" algn="ctr">
            <a:solidFill>
              <a:srgbClr val="5B9BD5">
                <a:alpha val="15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8" name="OTLSHAPE_SL2A_4d93d2d881c74090a4a23b24afbdaed1_HeaderRectangle" hidden="1"/>
          <p:cNvSpPr/>
          <p:nvPr>
            <p:custDataLst>
              <p:tags r:id="rId68"/>
            </p:custDataLst>
          </p:nvPr>
        </p:nvSpPr>
        <p:spPr>
          <a:xfrm>
            <a:off x="990600" y="2269017"/>
            <a:ext cx="0" cy="0"/>
          </a:xfrm>
          <a:prstGeom prst="rect">
            <a:avLst/>
          </a:prstGeom>
          <a:solidFill>
            <a:srgbClr val="70AD47">
              <a:alpha val="25000"/>
            </a:srgbClr>
          </a:solidFill>
        </p:spPr>
      </p:sp>
      <p:sp>
        <p:nvSpPr>
          <p:cNvPr id="69" name="OTLSHAPE_SL2A_4d93d2d881c74090a4a23b24afbdaed1_Header" hidden="1">
            <a:extLst>
              <a:ext uri="{2D6A63B4-96E0-436F-B0CD-E07ECCCDEABE}">
                <a16:creationId xmlns:a16="http://schemas.microsoft.com/office/drawing/2014/main\" id="1B3543B9-E44E-4019-A043-3E76C7ACBABA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054100" y="277066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Calibri" panose="02040604050505020304" pitchFamily="18" charset="0"/>
              </a:rPr>
              <a:t/>
            </a:r>
          </a:p>
        </p:txBody>
      </p:sp>
      <p:sp>
        <p:nvSpPr>
          <p:cNvPr id="70" name="OTLSHAPE_SL2A_4d93d2d881c74090a4a23b24afbdaed1_BackgroundRectangle" hidden="1"/>
          <p:cNvSpPr/>
          <p:nvPr>
            <p:custDataLst>
              <p:tags r:id="rId70"/>
            </p:custDataLst>
          </p:nvPr>
        </p:nvSpPr>
        <p:spPr>
          <a:xfrm>
            <a:off x="990600" y="2269017"/>
            <a:ext cx="10222907" cy="1003300"/>
          </a:xfrm>
          <a:prstGeom prst="rect">
            <a:avLst/>
          </a:prstGeom>
          <a:solidFill>
            <a:srgbClr val="9BBB59">
              <a:alpha val="20000"/>
            </a:srgbClr>
          </a:solidFill>
        </p:spPr>
      </p:sp>
      <p:sp>
        <p:nvSpPr>
          <p:cNvPr id="71" name="OTLSHAPE_SLT_20d71a4bf8474d9ba009f91013a839c2_Shape" hidden="0"/>
          <p:cNvSpPr/>
          <p:nvPr>
            <p:custDataLst>
              <p:tags r:id="rId71"/>
            </p:custDataLst>
          </p:nvPr>
        </p:nvSpPr>
        <p:spPr>
          <a:xfrm>
            <a:off x="2815977" y="2307117"/>
            <a:ext cx="2217326" cy="203200"/>
          </a:xfrm>
          <a:prstGeom prst="roundRect">
            <a:avLst/>
          </a:prstGeom>
          <a:solidFill>
            <a:srgbClr val="808080">
              <a:alpha val="100000"/>
            </a:srgbClr>
          </a:solidFill>
        </p:spPr>
      </p:sp>
      <p:sp>
        <p:nvSpPr>
          <p:cNvPr id="72" name="OTLSHAPE_SLT_20d71a4bf8474d9ba009f91013a839c2_ShapePercentage" hidden="1"/>
          <p:cNvSpPr/>
          <p:nvPr>
            <p:custDataLst>
              <p:tags r:id="rId72"/>
            </p:custDataLst>
          </p:nvPr>
        </p:nvSpPr>
        <p:spPr>
          <a:xfrm>
            <a:off x="2815977" y="23071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73" name="OTLSHAPE_SLT_20d71a4bf8474d9ba009f91013a839c2_Duration" hidden="1">
            <a:extLst>
              <a:ext uri="{6F25DE2E-E8B0-4562-850D-492FAD22627E}">
                <a16:creationId xmlns:a16="http://schemas.microsoft.com/office/drawing/2014/main\" id="A11E054B-824B-4ED7-891D-B20BB5120D36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2815977" y="23071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34 days</a:t>
            </a:r>
          </a:p>
        </p:txBody>
      </p:sp>
      <p:sp>
        <p:nvSpPr>
          <p:cNvPr id="74" name="OTLSHAPE_SLT_20d71a4bf8474d9ba009f91013a839c2_TextPercentage" hidden="1">
            <a:extLst>
              <a:ext uri="{195672E9-B9E6-44CF-92DF-9DF3ED92372C}">
                <a16:creationId xmlns:a16="http://schemas.microsoft.com/office/drawing/2014/main\" id="E0EF321C-B66C-4CFC-A716-8C2AB648534C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2815977" y="24385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75" name="OTLSHAPE_SLT_20d71a4bf8474d9ba009f91013a839c2_StartDate" hidden="1">
            <a:extLst>
              <a:ext uri="{6439D285-76AC-4142-B406-9BE0B41D5F9E}">
                <a16:creationId xmlns:a16="http://schemas.microsoft.com/office/drawing/2014/main\" id="64FDC3E8-B577-47C1-8C9D-8DBEC6AF873E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2815977" y="25700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76" name="OTLSHAPE_SLT_20d71a4bf8474d9ba009f91013a839c2_EndDate" hidden="1">
            <a:extLst>
              <a:ext uri="{49D8379F-BA7E-4E88-BAEA-45924B007ACD}">
                <a16:creationId xmlns:a16="http://schemas.microsoft.com/office/drawing/2014/main\" id="592EC4AD-BAE6-430E-846B-48950E2E48B6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2815977" y="25700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77" name="OTLSHAPE_SLT_20d71a4bf8474d9ba009f91013a839c2_JoinedDate" hidden="0">
            <a:extLst>
              <a:ext uri="{555E5A11-9EA2-4CAE-AE30-4037825318E6}">
                <a16:creationId xmlns:a16="http://schemas.microsoft.com/office/drawing/2014/main\" id="5F270909-08AF-4DB1-B953-4CA1D36EE54E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5084102" y="2342995"/>
            <a:ext cx="77503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6 - May 22</a:t>
            </a:r>
          </a:p>
        </p:txBody>
      </p:sp>
      <p:sp>
        <p:nvSpPr>
          <p:cNvPr id="78" name="OTLSHAPE_SLT_20d71a4bf8474d9ba009f91013a839c2_Title" hidden="0">
            <a:extLst>
              <a:ext uri="{5AE4E40C-512A-4965-A8A2-14B7A8CE352B}">
                <a16:creationId xmlns:a16="http://schemas.microsoft.com/office/drawing/2014/main\" id="2ACCD0D0-3F8F-4249-9571-14689F5418BE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3021331" y="2335692"/>
            <a:ext cx="1806617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Streamline user management</a:t>
            </a:r>
          </a:p>
        </p:txBody>
      </p:sp>
      <p:sp>
        <p:nvSpPr>
          <p:cNvPr id="79" name="OTLSHAPE_SLT_6ae18e4df1ac4366aaefd0f2177b32fd_Shape" hidden="0"/>
          <p:cNvSpPr/>
          <p:nvPr>
            <p:custDataLst>
              <p:tags r:id="rId79"/>
            </p:custDataLst>
          </p:nvPr>
        </p:nvSpPr>
        <p:spPr>
          <a:xfrm>
            <a:off x="3051863" y="2548417"/>
            <a:ext cx="3113691" cy="203200"/>
          </a:xfrm>
          <a:prstGeom prst="roundRect">
            <a:avLst/>
          </a:prstGeom>
          <a:solidFill>
            <a:srgbClr val="808080">
              <a:alpha val="100000"/>
            </a:srgbClr>
          </a:solidFill>
        </p:spPr>
      </p:sp>
      <p:sp>
        <p:nvSpPr>
          <p:cNvPr id="80" name="OTLSHAPE_SLT_6ae18e4df1ac4366aaefd0f2177b32fd_ShapePercentage" hidden="1"/>
          <p:cNvSpPr/>
          <p:nvPr>
            <p:custDataLst>
              <p:tags r:id="rId80"/>
            </p:custDataLst>
          </p:nvPr>
        </p:nvSpPr>
        <p:spPr>
          <a:xfrm>
            <a:off x="3051863" y="25484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81" name="OTLSHAPE_SLT_6ae18e4df1ac4366aaefd0f2177b32fd_Duration" hidden="1">
            <a:extLst>
              <a:ext uri="{99012DB1-23B9-40A0-9553-A473109D83AA}">
                <a16:creationId xmlns:a16="http://schemas.microsoft.com/office/drawing/2014/main\" id="F2C99E68-0F70-4CFA-83B1-12E9DE5131F6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3051863" y="25484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46 days</a:t>
            </a:r>
          </a:p>
        </p:txBody>
      </p:sp>
      <p:sp>
        <p:nvSpPr>
          <p:cNvPr id="82" name="OTLSHAPE_SLT_6ae18e4df1ac4366aaefd0f2177b32fd_TextPercentage" hidden="1">
            <a:extLst>
              <a:ext uri="{2AA42A96-289F-4931-B9D2-75A24F2417BD}">
                <a16:creationId xmlns:a16="http://schemas.microsoft.com/office/drawing/2014/main\" id="5AFEA4FF-B696-4187-9E94-772730B33742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3051863" y="26798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83" name="OTLSHAPE_SLT_6ae18e4df1ac4366aaefd0f2177b32fd_StartDate" hidden="1">
            <a:extLst>
              <a:ext uri="{83CF3126-98CC-45AD-8027-6CB19D4C0498}">
                <a16:creationId xmlns:a16="http://schemas.microsoft.com/office/drawing/2014/main\" id="05B42696-AE99-47DA-B8AD-A97D22B88086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3051863" y="28113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84" name="OTLSHAPE_SLT_6ae18e4df1ac4366aaefd0f2177b32fd_EndDate" hidden="1">
            <a:extLst>
              <a:ext uri="{1F05B9E9-BFA4-4F4E-A468-95D42DC69314}">
                <a16:creationId xmlns:a16="http://schemas.microsoft.com/office/drawing/2014/main\" id="5659B125-6C44-42E0-89BE-57AAAF5E5594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3051863" y="28113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85" name="OTLSHAPE_SLT_6ae18e4df1ac4366aaefd0f2177b32fd_JoinedDate" hidden="0">
            <a:extLst>
              <a:ext uri="{1EEAA8C1-0014-423B-A785-18EC7A2F74CC}">
                <a16:creationId xmlns:a16="http://schemas.microsoft.com/office/drawing/2014/main\" id="74477769-84E6-4B55-A617-19BDEE48FA30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6216354" y="2584295"/>
            <a:ext cx="798491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11 - Jun 15</a:t>
            </a:r>
          </a:p>
        </p:txBody>
      </p:sp>
      <p:sp>
        <p:nvSpPr>
          <p:cNvPr id="86" name="OTLSHAPE_SLT_6ae18e4df1ac4366aaefd0f2177b32fd_Title" hidden="0">
            <a:extLst>
              <a:ext uri="{AEE44F50-B7CB-47E6-9547-61888DC34891}">
                <a16:creationId xmlns:a16="http://schemas.microsoft.com/office/drawing/2014/main\" id="8EC4DFD3-2675-43EB-A74A-973621B0AF57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3620881" y="2576992"/>
            <a:ext cx="1975654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Adoption campaign : Goal 100%</a:t>
            </a:r>
          </a:p>
        </p:txBody>
      </p:sp>
      <p:sp>
        <p:nvSpPr>
          <p:cNvPr id="87" name="OTLSHAPE_SLT_cce8dd5fed1a440a87cce7abe5ce4ccd_Shape" hidden="0"/>
          <p:cNvSpPr/>
          <p:nvPr>
            <p:custDataLst>
              <p:tags r:id="rId87"/>
            </p:custDataLst>
          </p:nvPr>
        </p:nvSpPr>
        <p:spPr>
          <a:xfrm>
            <a:off x="3287748" y="2789717"/>
            <a:ext cx="3255222" cy="203200"/>
          </a:xfrm>
          <a:prstGeom prst="roundRect">
            <a:avLst/>
          </a:prstGeom>
          <a:solidFill>
            <a:srgbClr val="808080">
              <a:alpha val="100000"/>
            </a:srgbClr>
          </a:solidFill>
        </p:spPr>
      </p:sp>
      <p:sp>
        <p:nvSpPr>
          <p:cNvPr id="88" name="OTLSHAPE_SLT_cce8dd5fed1a440a87cce7abe5ce4ccd_ShapePercentage" hidden="1"/>
          <p:cNvSpPr/>
          <p:nvPr>
            <p:custDataLst>
              <p:tags r:id="rId88"/>
            </p:custDataLst>
          </p:nvPr>
        </p:nvSpPr>
        <p:spPr>
          <a:xfrm>
            <a:off x="3287748" y="27897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89" name="OTLSHAPE_SLT_cce8dd5fed1a440a87cce7abe5ce4ccd_Duration" hidden="1">
            <a:extLst>
              <a:ext uri="{D1911C06-78CB-4656-A143-EDD1D38A0BD7}">
                <a16:creationId xmlns:a16="http://schemas.microsoft.com/office/drawing/2014/main\" id="1D421F13-F656-4B93-87CF-17053B6AF229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2480748" y="27897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49 days</a:t>
            </a:r>
          </a:p>
        </p:txBody>
      </p:sp>
      <p:sp>
        <p:nvSpPr>
          <p:cNvPr id="90" name="OTLSHAPE_SLT_cce8dd5fed1a440a87cce7abe5ce4ccd_TextPercentage" hidden="1">
            <a:extLst>
              <a:ext uri="{584FCC04-9CC9-4F9A-8F17-51BFEE86E7F9}">
                <a16:creationId xmlns:a16="http://schemas.microsoft.com/office/drawing/2014/main\" id="49ED863B-B5F6-409E-B8C5-2E44D4B203E3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2480748" y="29211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91" name="OTLSHAPE_SLT_cce8dd5fed1a440a87cce7abe5ce4ccd_StartDate" hidden="1">
            <a:extLst>
              <a:ext uri="{20E9A688-E06C-4192-A735-63956F2F6973}">
                <a16:creationId xmlns:a16="http://schemas.microsoft.com/office/drawing/2014/main\" id="02B94B89-78BC-4D4F-895F-AF196F0C66AA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2480748" y="30526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92" name="OTLSHAPE_SLT_cce8dd5fed1a440a87cce7abe5ce4ccd_EndDate" hidden="1">
            <a:extLst>
              <a:ext uri="{073339EF-96B9-4B1D-96CE-5CB6290D32FB}">
                <a16:creationId xmlns:a16="http://schemas.microsoft.com/office/drawing/2014/main\" id="D2DE37B6-1E45-4828-820D-2608F5E42F89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2480748" y="30526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93" name="OTLSHAPE_SLT_cce8dd5fed1a440a87cce7abe5ce4ccd_JoinedDate" hidden="0">
            <a:extLst>
              <a:ext uri="{5D92DE55-F372-4D08-9936-6A47FFFE7855}">
                <a16:creationId xmlns:a16="http://schemas.microsoft.com/office/drawing/2014/main\" id="EAA4A21F-4FEB-4FC5-B636-8B8C23697396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2429948" y="2825595"/>
            <a:ext cx="80700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16 - Jun 23</a:t>
            </a:r>
          </a:p>
        </p:txBody>
      </p:sp>
      <p:sp>
        <p:nvSpPr>
          <p:cNvPr id="94" name="OTLSHAPE_SLT_cce8dd5fed1a440a87cce7abe5ce4ccd_Title" hidden="0">
            <a:extLst>
              <a:ext uri="{4C7C4A20-9D4C-462A-85DE-C69AC39F965F}">
                <a16:creationId xmlns:a16="http://schemas.microsoft.com/office/drawing/2014/main\" id="5C92817F-71B4-44C8-AB46-C96B3F53B59F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3998187" y="2818292"/>
            <a:ext cx="1834346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Codeium multi model support</a:t>
            </a:r>
          </a:p>
        </p:txBody>
      </p:sp>
      <p:sp>
        <p:nvSpPr>
          <p:cNvPr id="95" name="OTLSHAPE_SLT_fa49165b30e642ed8843d9269e81f7d5_Shape" hidden="0"/>
          <p:cNvSpPr/>
          <p:nvPr>
            <p:custDataLst>
              <p:tags r:id="rId95"/>
            </p:custDataLst>
          </p:nvPr>
        </p:nvSpPr>
        <p:spPr>
          <a:xfrm>
            <a:off x="2580091" y="3031017"/>
            <a:ext cx="3774171" cy="203200"/>
          </a:xfrm>
          <a:prstGeom prst="rect">
            <a:avLst/>
          </a:prstGeom>
          <a:solidFill>
            <a:srgbClr val="6D6D6D">
              <a:alpha val="100000"/>
            </a:srgbClr>
          </a:solidFill>
        </p:spPr>
      </p:sp>
      <p:sp>
        <p:nvSpPr>
          <p:cNvPr id="96" name="OTLSHAPE_SLT_fa49165b30e642ed8843d9269e81f7d5_ShapePercentage" hidden="1"/>
          <p:cNvSpPr/>
          <p:nvPr>
            <p:custDataLst>
              <p:tags r:id="rId96"/>
            </p:custDataLst>
          </p:nvPr>
        </p:nvSpPr>
        <p:spPr>
          <a:xfrm>
            <a:off x="2580091" y="3031017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97" name="OTLSHAPE_SLT_fa49165b30e642ed8843d9269e81f7d5_Duration" hidden="1">
            <a:extLst>
              <a:ext uri="{9D104BDA-8AD3-4B44-88B2-F2BBAE68E6C1}">
                <a16:creationId xmlns:a16="http://schemas.microsoft.com/office/drawing/2014/main\" id="C247C6EF-3255-4108-8A6C-B33865326E03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1754337" y="30310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58 days</a:t>
            </a:r>
          </a:p>
        </p:txBody>
      </p:sp>
      <p:sp>
        <p:nvSpPr>
          <p:cNvPr id="98" name="OTLSHAPE_SLT_fa49165b30e642ed8843d9269e81f7d5_TextPercentage" hidden="1">
            <a:extLst>
              <a:ext uri="{DC090568-FE1E-49A7-9ED7-A2F806661DAD}">
                <a16:creationId xmlns:a16="http://schemas.microsoft.com/office/drawing/2014/main\" id="9BADE2C9-5BA7-4F55-B537-AF7C8A43471A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754337" y="31624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99" name="OTLSHAPE_SLT_fa49165b30e642ed8843d9269e81f7d5_StartDate" hidden="1">
            <a:extLst>
              <a:ext uri="{4F073A20-5EA9-4921-BCBE-B2FB4D0EEFC6}">
                <a16:creationId xmlns:a16="http://schemas.microsoft.com/office/drawing/2014/main\" id="16A705AC-57C8-4DD1-A85F-EB698A96652D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754337" y="32939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00" name="OTLSHAPE_SLT_fa49165b30e642ed8843d9269e81f7d5_EndDate" hidden="1">
            <a:extLst>
              <a:ext uri="{99B3C1A8-2541-49BE-99E8-37010135BFC7}">
                <a16:creationId xmlns:a16="http://schemas.microsoft.com/office/drawing/2014/main\" id="B67150CA-B5BD-4E2E-B7A4-3BA311E5C1D8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754337" y="32939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01" name="OTLSHAPE_SLT_fa49165b30e642ed8843d9269e81f7d5_JoinedDate" hidden="0">
            <a:extLst>
              <a:ext uri="{6B42FFFB-43F4-4C48-8EF0-D7F325F86E9A}">
                <a16:creationId xmlns:a16="http://schemas.microsoft.com/office/drawing/2014/main\" id="5739EA34-8DB8-4A7E-89A0-A4100592E73F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703537" y="3059592"/>
            <a:ext cx="825754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1 - Jun 19</a:t>
            </a:r>
          </a:p>
        </p:txBody>
      </p:sp>
      <p:sp>
        <p:nvSpPr>
          <p:cNvPr id="102" name="OTLSHAPE_SLT_fa49165b30e642ed8843d9269e81f7d5_Title" hidden="0">
            <a:extLst>
              <a:ext uri="{E0EE7115-C7EC-434A-A3A7-EEF1B4BA8B0E}">
                <a16:creationId xmlns:a16="http://schemas.microsoft.com/office/drawing/2014/main\" id="947817AC-FA95-4592-B875-168B6AAC7B56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2738410" y="3059592"/>
            <a:ext cx="345753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Contract testing enablement for 20,000 production repos</a:t>
            </a:r>
          </a:p>
        </p:txBody>
      </p:sp>
      <p:sp>
        <p:nvSpPr>
          <p:cNvPr id="103" name="OTLSHAPE_SL2A_f5443e4ea2414248be449db3755c156f_HeaderRectangle" hidden="1"/>
          <p:cNvSpPr/>
          <p:nvPr>
            <p:custDataLst>
              <p:tags r:id="rId103"/>
            </p:custDataLst>
          </p:nvPr>
        </p:nvSpPr>
        <p:spPr>
          <a:xfrm>
            <a:off x="990600" y="3335817"/>
            <a:ext cx="0" cy="0"/>
          </a:xfrm>
          <a:prstGeom prst="rect">
            <a:avLst/>
          </a:prstGeom>
          <a:solidFill>
            <a:srgbClr val="70AD47">
              <a:alpha val="25000"/>
            </a:srgbClr>
          </a:solidFill>
        </p:spPr>
      </p:sp>
      <p:sp>
        <p:nvSpPr>
          <p:cNvPr id="104" name="OTLSHAPE_SL2A_f5443e4ea2414248be449db3755c156f_Header" hidden="1">
            <a:extLst>
              <a:ext uri="{DF5F422E-BBE4-48B4-B4B5-A60CADE71F3A}">
                <a16:creationId xmlns:a16="http://schemas.microsoft.com/office/drawing/2014/main\" id="76F03BC0-01FE-4AB5-AE05-2CBD19273AF3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1054100" y="405336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Calibri" panose="02040604050505020304" pitchFamily="18" charset="0"/>
              </a:rPr>
              <a:t/>
            </a:r>
          </a:p>
        </p:txBody>
      </p:sp>
      <p:sp>
        <p:nvSpPr>
          <p:cNvPr id="105" name="OTLSHAPE_SL2A_f5443e4ea2414248be449db3755c156f_BackgroundRectangle" hidden="1"/>
          <p:cNvSpPr/>
          <p:nvPr>
            <p:custDataLst>
              <p:tags r:id="rId105"/>
            </p:custDataLst>
          </p:nvPr>
        </p:nvSpPr>
        <p:spPr>
          <a:xfrm>
            <a:off x="990600" y="3335817"/>
            <a:ext cx="10222907" cy="1435100"/>
          </a:xfrm>
          <a:prstGeom prst="rect">
            <a:avLst/>
          </a:prstGeom>
          <a:solidFill>
            <a:srgbClr val="9BBB59">
              <a:alpha val="20000"/>
            </a:srgbClr>
          </a:solidFill>
        </p:spPr>
      </p:sp>
      <p:sp>
        <p:nvSpPr>
          <p:cNvPr id="106" name="OTLSHAPE_SLT_0ccede88ee16445caf3455f295d57b82_Shape" hidden="0"/>
          <p:cNvSpPr/>
          <p:nvPr>
            <p:custDataLst>
              <p:tags r:id="rId106"/>
            </p:custDataLst>
          </p:nvPr>
        </p:nvSpPr>
        <p:spPr>
          <a:xfrm>
            <a:off x="1117600" y="3373917"/>
            <a:ext cx="4434651" cy="203200"/>
          </a:xfrm>
          <a:prstGeom prst="roundRect">
            <a:avLst/>
          </a:prstGeom>
          <a:solidFill>
            <a:srgbClr val="5C9BD5">
              <a:alpha val="100000"/>
            </a:srgbClr>
          </a:solidFill>
        </p:spPr>
      </p:sp>
      <p:sp>
        <p:nvSpPr>
          <p:cNvPr id="107" name="OTLSHAPE_SLT_0ccede88ee16445caf3455f295d57b82_ShapePercentage" hidden="1"/>
          <p:cNvSpPr/>
          <p:nvPr>
            <p:custDataLst>
              <p:tags r:id="rId107"/>
            </p:custDataLst>
          </p:nvPr>
        </p:nvSpPr>
        <p:spPr>
          <a:xfrm>
            <a:off x="1117600" y="33739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08" name="OTLSHAPE_SLT_0ccede88ee16445caf3455f295d57b82_Duration" hidden="1">
            <a:extLst>
              <a:ext uri="{8E4C7B37-BF4A-4414-8CF7-E3EC3080536D}">
                <a16:creationId xmlns:a16="http://schemas.microsoft.com/office/drawing/2014/main\" id="DD441B76-BE2D-4F79-8015-1AD130818330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117600" y="33739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66 days</a:t>
            </a:r>
          </a:p>
        </p:txBody>
      </p:sp>
      <p:sp>
        <p:nvSpPr>
          <p:cNvPr id="109" name="OTLSHAPE_SLT_0ccede88ee16445caf3455f295d57b82_TextPercentage" hidden="1">
            <a:extLst>
              <a:ext uri="{190873C6-3C9E-48DE-846F-DB6AEC8EFB21}">
                <a16:creationId xmlns:a16="http://schemas.microsoft.com/office/drawing/2014/main\" id="06FEBD3B-DB5D-42A7-831E-99BE15FD619E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117600" y="35053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10" name="OTLSHAPE_SLT_0ccede88ee16445caf3455f295d57b82_StartDate" hidden="1">
            <a:extLst>
              <a:ext uri="{F2AF71ED-440B-4F31-AEA8-5465B0535629}">
                <a16:creationId xmlns:a16="http://schemas.microsoft.com/office/drawing/2014/main\" id="8310FB01-9CD2-4989-98FF-B93A9CFE3610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117600" y="36368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11" name="OTLSHAPE_SLT_0ccede88ee16445caf3455f295d57b82_EndDate" hidden="1">
            <a:extLst>
              <a:ext uri="{8BD82CEF-F6F1-4566-A634-809C9D922FB4}">
                <a16:creationId xmlns:a16="http://schemas.microsoft.com/office/drawing/2014/main\" id="D5FB8B6D-22A4-4951-89DB-88DB902A529C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117600" y="36368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12" name="OTLSHAPE_SLT_0ccede88ee16445caf3455f295d57b82_JoinedDate" hidden="0">
            <a:extLst>
              <a:ext uri="{426B5153-5B63-4C43-9151-7CD2E42FB8DF}">
                <a16:creationId xmlns:a16="http://schemas.microsoft.com/office/drawing/2014/main\" id="F01185E1-3068-4EA6-8937-6A0F66073D76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5603051" y="3409794"/>
            <a:ext cx="698796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Mar 1 - Jun 2</a:t>
            </a:r>
          </a:p>
        </p:txBody>
      </p:sp>
      <p:sp>
        <p:nvSpPr>
          <p:cNvPr id="113" name="OTLSHAPE_SLT_0ccede88ee16445caf3455f295d57b82_Title" hidden="0">
            <a:extLst>
              <a:ext uri="{C12A74D5-9E85-477C-88BC-8A96F05FF7E5}">
                <a16:creationId xmlns:a16="http://schemas.microsoft.com/office/drawing/2014/main\" id="64D18FBB-57AE-4460-92E5-E6982A69FEFC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2717388" y="3402492"/>
            <a:ext cx="1235075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Network and Security</a:t>
            </a:r>
          </a:p>
        </p:txBody>
      </p:sp>
      <p:sp>
        <p:nvSpPr>
          <p:cNvPr id="114" name="OTLSHAPE_SLT_914231496c594016917bd05f4325a38f_Shape" hidden="0"/>
          <p:cNvSpPr/>
          <p:nvPr>
            <p:custDataLst>
              <p:tags r:id="rId114"/>
            </p:custDataLst>
          </p:nvPr>
        </p:nvSpPr>
        <p:spPr>
          <a:xfrm>
            <a:off x="3240571" y="3615217"/>
            <a:ext cx="2830628" cy="203200"/>
          </a:xfrm>
          <a:prstGeom prst="leftRightArrow">
            <a:avLst>
              <a:gd name="adj1" fmla="val 75000"/>
              <a:gd name="adj2" fmla="val 50000"/>
            </a:avLst>
          </a:prstGeom>
          <a:solidFill>
            <a:srgbClr val="5C9BD5">
              <a:alpha val="100000"/>
            </a:srgbClr>
          </a:solidFill>
        </p:spPr>
      </p:sp>
      <p:sp>
        <p:nvSpPr>
          <p:cNvPr id="115" name="OTLSHAPE_SLT_914231496c594016917bd05f4325a38f_ShapePercentage" hidden="1"/>
          <p:cNvSpPr/>
          <p:nvPr>
            <p:custDataLst>
              <p:tags r:id="rId115"/>
            </p:custDataLst>
          </p:nvPr>
        </p:nvSpPr>
        <p:spPr>
          <a:xfrm>
            <a:off x="3240571" y="3615217"/>
            <a:ext cx="0" cy="0"/>
          </a:xfrm>
          <a:prstGeom prst="leftRightArrow">
            <a:avLst>
              <a:gd name="adj1" fmla="val 75000"/>
              <a:gd name="adj2" fmla="val 5000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116" name="OTLSHAPE_SLT_914231496c594016917bd05f4325a38f_Duration" hidden="1">
            <a:extLst>
              <a:ext uri="{40197AF4-7D29-4F17-9589-378D65E5731F}">
                <a16:creationId xmlns:a16="http://schemas.microsoft.com/office/drawing/2014/main\" id="96C87ED4-6598-4C32-A7C8-2A7B695A0FF5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2433571" y="36152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44 days</a:t>
            </a:r>
          </a:p>
        </p:txBody>
      </p:sp>
      <p:sp>
        <p:nvSpPr>
          <p:cNvPr id="117" name="OTLSHAPE_SLT_914231496c594016917bd05f4325a38f_TextPercentage" hidden="1">
            <a:extLst>
              <a:ext uri="{C1F06497-4290-4080-9521-B16C0725DEA8}">
                <a16:creationId xmlns:a16="http://schemas.microsoft.com/office/drawing/2014/main\" id="C5E12292-2104-4FA6-9AE9-FAD3123B9E66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2433571" y="37466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18" name="OTLSHAPE_SLT_914231496c594016917bd05f4325a38f_StartDate" hidden="1">
            <a:extLst>
              <a:ext uri="{B9B22232-3F6D-458E-8D5B-A8BE6FA6C836}">
                <a16:creationId xmlns:a16="http://schemas.microsoft.com/office/drawing/2014/main\" id="6CF65AD0-E314-4C94-8FA6-EE8AB2050E31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2433571" y="38781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19" name="OTLSHAPE_SLT_914231496c594016917bd05f4325a38f_EndDate" hidden="1">
            <a:extLst>
              <a:ext uri="{AEB29EAE-2B63-4923-BB63-6B6F210241F4}">
                <a16:creationId xmlns:a16="http://schemas.microsoft.com/office/drawing/2014/main\" id="BBCF25A4-289A-41DA-B637-29C8AB575A2D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2433571" y="38781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20" name="OTLSHAPE_SLT_914231496c594016917bd05f4325a38f_JoinedDate" hidden="0">
            <a:extLst>
              <a:ext uri="{D20EEC3B-2B14-4CEC-BCBF-10555DF75FE3}">
                <a16:creationId xmlns:a16="http://schemas.microsoft.com/office/drawing/2014/main\" id="53AC219C-FF39-47E3-B85F-676FED403315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2382771" y="3651094"/>
            <a:ext cx="80700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Apr 15 - Jun 13</a:t>
            </a:r>
          </a:p>
        </p:txBody>
      </p:sp>
      <p:sp>
        <p:nvSpPr>
          <p:cNvPr id="121" name="OTLSHAPE_SLT_914231496c594016917bd05f4325a38f_Title" hidden="0">
            <a:extLst>
              <a:ext uri="{22CC4309-F0DB-49CA-B585-B1AEBA98AE72}">
                <a16:creationId xmlns:a16="http://schemas.microsoft.com/office/drawing/2014/main\" id="BBF070BE-56B1-4F27-AD87-8B4AFAEBDF88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3918354" y="3643792"/>
            <a:ext cx="147506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Infrastructure enablement</a:t>
            </a:r>
          </a:p>
        </p:txBody>
      </p:sp>
      <p:sp>
        <p:nvSpPr>
          <p:cNvPr id="122" name="OTLSHAPE_SLT_16cbef6e52ca4c6ea80b67e01a22e989_Shape" hidden="0"/>
          <p:cNvSpPr/>
          <p:nvPr>
            <p:custDataLst>
              <p:tags r:id="rId122"/>
            </p:custDataLst>
          </p:nvPr>
        </p:nvSpPr>
        <p:spPr>
          <a:xfrm>
            <a:off x="1778080" y="3856517"/>
            <a:ext cx="2972160" cy="203200"/>
          </a:xfrm>
          <a:prstGeom prst="roundRect">
            <a:avLst/>
          </a:prstGeom>
          <a:solidFill>
            <a:srgbClr val="5C9BD5">
              <a:alpha val="100000"/>
            </a:srgbClr>
          </a:solidFill>
        </p:spPr>
      </p:sp>
      <p:sp>
        <p:nvSpPr>
          <p:cNvPr id="123" name="OTLSHAPE_SLT_16cbef6e52ca4c6ea80b67e01a22e989_ShapePercentage" hidden="1"/>
          <p:cNvSpPr/>
          <p:nvPr>
            <p:custDataLst>
              <p:tags r:id="rId123"/>
            </p:custDataLst>
          </p:nvPr>
        </p:nvSpPr>
        <p:spPr>
          <a:xfrm>
            <a:off x="1778080" y="38565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24" name="OTLSHAPE_SLT_16cbef6e52ca4c6ea80b67e01a22e989_Duration" hidden="1">
            <a:extLst>
              <a:ext uri="{061CB603-C2F6-4792-961F-BE9242653D1A}">
                <a16:creationId xmlns:a16="http://schemas.microsoft.com/office/drawing/2014/main\" id="223E0596-70CE-406E-883C-A1DE6D69A438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920491" y="38565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45 days</a:t>
            </a:r>
          </a:p>
        </p:txBody>
      </p:sp>
      <p:sp>
        <p:nvSpPr>
          <p:cNvPr id="125" name="OTLSHAPE_SLT_16cbef6e52ca4c6ea80b67e01a22e989_TextPercentage" hidden="1">
            <a:extLst>
              <a:ext uri="{3C42ACA7-FC7F-4AEF-B702-8E66684CEC44}">
                <a16:creationId xmlns:a16="http://schemas.microsoft.com/office/drawing/2014/main\" id="74B5AC9E-E73A-463A-9FC8-02F4AAA4980C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920491" y="39879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26" name="OTLSHAPE_SLT_16cbef6e52ca4c6ea80b67e01a22e989_StartDate" hidden="1">
            <a:extLst>
              <a:ext uri="{E21629EE-B5C5-4D2D-A9F1-840736754551}">
                <a16:creationId xmlns:a16="http://schemas.microsoft.com/office/drawing/2014/main\" id="F8F47764-1AA2-4A0C-BF16-94821C635627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920491" y="41194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27" name="OTLSHAPE_SLT_16cbef6e52ca4c6ea80b67e01a22e989_EndDate" hidden="1">
            <a:extLst>
              <a:ext uri="{52A6D1A0-EBE6-4FAF-904C-47D561C7D79F}">
                <a16:creationId xmlns:a16="http://schemas.microsoft.com/office/drawing/2014/main\" id="AD3CE594-1A69-4DD4-A6D2-DC172963C45F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920491" y="41194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28" name="OTLSHAPE_SLT_16cbef6e52ca4c6ea80b67e01a22e989_JoinedDate" hidden="0">
            <a:extLst>
              <a:ext uri="{1DA688FE-0E90-4F1B-B060-8C2E7CA29D2E}">
                <a16:creationId xmlns:a16="http://schemas.microsoft.com/office/drawing/2014/main\" id="A7C16A86-162D-420D-BBCC-C37BF360C16C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869691" y="3892394"/>
            <a:ext cx="8575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Mar 15 - May 16</a:t>
            </a:r>
          </a:p>
        </p:txBody>
      </p:sp>
      <p:sp>
        <p:nvSpPr>
          <p:cNvPr id="129" name="OTLSHAPE_SLT_16cbef6e52ca4c6ea80b67e01a22e989_Title" hidden="0">
            <a:extLst>
              <a:ext uri="{8FCB694E-F449-4D09-8C89-E1AC3D88409B}">
                <a16:creationId xmlns:a16="http://schemas.microsoft.com/office/drawing/2014/main\" id="3E03E8C8-B52F-4877-BFA9-EB6A8671F297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3137160" y="3885092"/>
            <a:ext cx="25400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IAM</a:t>
            </a:r>
          </a:p>
        </p:txBody>
      </p:sp>
      <p:sp>
        <p:nvSpPr>
          <p:cNvPr id="130" name="OTLSHAPE_SLT_e1770bf78d6a477ab995d7d9729836dc_Shape" hidden="0"/>
          <p:cNvSpPr/>
          <p:nvPr>
            <p:custDataLst>
              <p:tags r:id="rId130"/>
            </p:custDataLst>
          </p:nvPr>
        </p:nvSpPr>
        <p:spPr>
          <a:xfrm>
            <a:off x="4655886" y="4097817"/>
            <a:ext cx="1698377" cy="203200"/>
          </a:xfrm>
          <a:prstGeom prst="roundRect">
            <a:avLst/>
          </a:prstGeom>
          <a:solidFill>
            <a:srgbClr val="5C9BD5">
              <a:alpha val="100000"/>
            </a:srgbClr>
          </a:solidFill>
        </p:spPr>
      </p:sp>
      <p:sp>
        <p:nvSpPr>
          <p:cNvPr id="131" name="OTLSHAPE_SLT_e1770bf78d6a477ab995d7d9729836dc_ShapePercentage" hidden="1"/>
          <p:cNvSpPr/>
          <p:nvPr>
            <p:custDataLst>
              <p:tags r:id="rId131"/>
            </p:custDataLst>
          </p:nvPr>
        </p:nvSpPr>
        <p:spPr>
          <a:xfrm>
            <a:off x="4655886" y="4097817"/>
            <a:ext cx="0" cy="0"/>
          </a:xfrm>
          <a:prstGeom prst="round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32" name="OTLSHAPE_SLT_e1770bf78d6a477ab995d7d9729836dc_Duration" hidden="1">
            <a:extLst>
              <a:ext uri="{C10B882E-2685-4A70-A605-715967BA52C8}">
                <a16:creationId xmlns:a16="http://schemas.microsoft.com/office/drawing/2014/main\" id="0596F7ED-1C6E-4811-A3D4-E786D2CAF9BB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3810828" y="4097817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26 days</a:t>
            </a:r>
          </a:p>
        </p:txBody>
      </p:sp>
      <p:sp>
        <p:nvSpPr>
          <p:cNvPr id="133" name="OTLSHAPE_SLT_e1770bf78d6a477ab995d7d9729836dc_TextPercentage" hidden="1">
            <a:extLst>
              <a:ext uri="{53874339-B9C1-4DDD-ADFD-1961A55A9560}">
                <a16:creationId xmlns:a16="http://schemas.microsoft.com/office/drawing/2014/main\" id="6206A9BA-6279-4190-BDA9-24BFC18E47B8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3810828" y="4229262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34" name="OTLSHAPE_SLT_e1770bf78d6a477ab995d7d9729836dc_StartDate" hidden="1">
            <a:extLst>
              <a:ext uri="{47D4A071-F166-46B0-94E6-118735D25338}">
                <a16:creationId xmlns:a16="http://schemas.microsoft.com/office/drawing/2014/main\" id="66628CBC-8050-4F9D-B8E4-08C99FB7E36B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3810828" y="43607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35" name="OTLSHAPE_SLT_e1770bf78d6a477ab995d7d9729836dc_EndDate" hidden="1">
            <a:extLst>
              <a:ext uri="{01A14756-23A8-4B56-8C2B-73695E3671FF}">
                <a16:creationId xmlns:a16="http://schemas.microsoft.com/office/drawing/2014/main\" id="09BA3039-AECC-4623-B7B1-3655C0CF89EB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3810828" y="436070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36" name="OTLSHAPE_SLT_e1770bf78d6a477ab995d7d9729836dc_JoinedDate" hidden="0">
            <a:extLst>
              <a:ext uri="{5D54AAE3-BCF3-430B-8E91-1B35CD1F6F0B}">
                <a16:creationId xmlns:a16="http://schemas.microsoft.com/office/drawing/2014/main\" id="CB367851-7484-4C1C-8CB4-D8041160EA3F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3760028" y="4133694"/>
            <a:ext cx="845058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May 15 - Jun 19</a:t>
            </a:r>
          </a:p>
        </p:txBody>
      </p:sp>
      <p:sp>
        <p:nvSpPr>
          <p:cNvPr id="137" name="OTLSHAPE_SLT_e1770bf78d6a477ab995d7d9729836dc_Title" hidden="0">
            <a:extLst>
              <a:ext uri="{E0CDF9D1-7A2F-42D1-9208-BAD70F4B73AB}">
                <a16:creationId xmlns:a16="http://schemas.microsoft.com/office/drawing/2014/main\" id="626D4D2E-49CF-4297-A370-34E8ECA81382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4831000" y="4126392"/>
            <a:ext cx="1348147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Production Deployment</a:t>
            </a:r>
          </a:p>
        </p:txBody>
      </p:sp>
      <p:sp>
        <p:nvSpPr>
          <p:cNvPr id="138" name="OTLSHAPE_SLM_b42f7eb822274ed8be89e53aea47ccb4_Shape" hidden="0"/>
          <p:cNvSpPr/>
          <p:nvPr>
            <p:custDataLst>
              <p:tags r:id="rId138"/>
            </p:custDataLst>
          </p:nvPr>
        </p:nvSpPr>
        <p:spPr>
          <a:xfrm rot="-5400000">
            <a:off x="6413212" y="4339118"/>
            <a:ext cx="165100" cy="165100"/>
          </a:xfrm>
          <a:prstGeom prst="flowChartMerge">
            <a:avLst/>
          </a:prstGeom>
          <a:solidFill>
            <a:srgbClr val="2B6DA9">
              <a:alpha val="100000"/>
            </a:srgbClr>
          </a:solidFill>
        </p:spPr>
      </p:sp>
      <p:sp>
        <p:nvSpPr>
          <p:cNvPr id="139" name="OTLSHAPE_SLM_b42f7eb822274ed8be89e53aea47ccb4_Date" hidden="0">
            <a:extLst>
              <a:ext uri="{B516D68D-2082-4BF9-8CF7-63BC5251EFCE}">
                <a16:creationId xmlns:a16="http://schemas.microsoft.com/office/drawing/2014/main\" id="6021B0B6-E910-4DC9-BA2E-711110D131AA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5993772" y="4355944"/>
            <a:ext cx="36863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22</a:t>
            </a:r>
          </a:p>
        </p:txBody>
      </p:sp>
      <p:sp>
        <p:nvSpPr>
          <p:cNvPr id="140" name="OTLSHAPE_SLM_b42f7eb822274ed8be89e53aea47ccb4_Title" hidden="0">
            <a:extLst>
              <a:ext uri="{8E76300F-31CE-4729-982A-E9FFE04F65AC}">
                <a16:creationId xmlns:a16="http://schemas.microsoft.com/office/drawing/2014/main\" id="C5DECCCC-7C90-4AD3-9A19-40B6960F5230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6629111" y="4348642"/>
            <a:ext cx="1030478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Executive Review</a:t>
            </a:r>
          </a:p>
        </p:txBody>
      </p:sp>
      <p:sp>
        <p:nvSpPr>
          <p:cNvPr id="141" name="OTLSHAPE_SLM_0c625d79e87248fbaef0bb4e840ab2ca_Shape" hidden="0"/>
          <p:cNvSpPr/>
          <p:nvPr>
            <p:custDataLst>
              <p:tags r:id="rId141"/>
            </p:custDataLst>
          </p:nvPr>
        </p:nvSpPr>
        <p:spPr>
          <a:xfrm rot="-5400000">
            <a:off x="1931383" y="4567718"/>
            <a:ext cx="165100" cy="165100"/>
          </a:xfrm>
          <a:prstGeom prst="flowChartMerge">
            <a:avLst/>
          </a:prstGeom>
          <a:solidFill>
            <a:srgbClr val="2B6DA9">
              <a:alpha val="100000"/>
            </a:srgbClr>
          </a:solidFill>
        </p:spPr>
      </p:sp>
      <p:sp>
        <p:nvSpPr>
          <p:cNvPr id="142" name="OTLSHAPE_SLM_0c625d79e87248fbaef0bb4e840ab2ca_Date" hidden="0">
            <a:extLst>
              <a:ext uri="{909907F1-46C7-4608-ACFF-DC7C309F179A}">
                <a16:creationId xmlns:a16="http://schemas.microsoft.com/office/drawing/2014/main\" id="B12AA7F5-7D33-4088-A189-A876E6ECE139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1499414" y="4584544"/>
            <a:ext cx="38116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Mar 19</a:t>
            </a:r>
          </a:p>
        </p:txBody>
      </p:sp>
      <p:sp>
        <p:nvSpPr>
          <p:cNvPr id="143" name="OTLSHAPE_SLM_0c625d79e87248fbaef0bb4e840ab2ca_Title" hidden="0">
            <a:extLst>
              <a:ext uri="{F3DD42D3-5B16-40A6-BE49-371916930ACB}">
                <a16:creationId xmlns:a16="http://schemas.microsoft.com/office/drawing/2014/main\" id="E98AFCEC-2034-4450-8151-9DB8F64B1A15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2147283" y="4577242"/>
            <a:ext cx="1489541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OpenHands Alpha Rollout</a:t>
            </a:r>
          </a:p>
        </p:txBody>
      </p:sp>
      <p:sp>
        <p:nvSpPr>
          <p:cNvPr id="144" name="OTLSHAPE_SL2A_064613ebae97465da48c33b90cf3bd1f_HeaderRectangle" hidden="1"/>
          <p:cNvSpPr/>
          <p:nvPr>
            <p:custDataLst>
              <p:tags r:id="rId144"/>
            </p:custDataLst>
          </p:nvPr>
        </p:nvSpPr>
        <p:spPr>
          <a:xfrm>
            <a:off x="990600" y="4834418"/>
            <a:ext cx="0" cy="0"/>
          </a:xfrm>
          <a:prstGeom prst="rect">
            <a:avLst/>
          </a:prstGeom>
          <a:solidFill>
            <a:srgbClr val="70AD47">
              <a:alpha val="25000"/>
            </a:srgbClr>
          </a:solidFill>
        </p:spPr>
      </p:sp>
      <p:sp>
        <p:nvSpPr>
          <p:cNvPr id="145" name="OTLSHAPE_SL2A_064613ebae97465da48c33b90cf3bd1f_Header" hidden="1">
            <a:extLst>
              <a:ext uri="{9D653269-5760-4F63-B749-F44B73D31432}">
                <a16:creationId xmlns:a16="http://schemas.microsoft.com/office/drawing/2014/main\" id="DF914ED6-75B5-4B52-81FA-DCAB81F1FF39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1054100" y="579231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Calibri" panose="02040604050505020304" pitchFamily="18" charset="0"/>
              </a:rPr>
              <a:t/>
            </a:r>
          </a:p>
        </p:txBody>
      </p:sp>
      <p:sp>
        <p:nvSpPr>
          <p:cNvPr id="146" name="OTLSHAPE_SL2A_064613ebae97465da48c33b90cf3bd1f_BackgroundRectangle" hidden="1"/>
          <p:cNvSpPr/>
          <p:nvPr>
            <p:custDataLst>
              <p:tags r:id="rId146"/>
            </p:custDataLst>
          </p:nvPr>
        </p:nvSpPr>
        <p:spPr>
          <a:xfrm>
            <a:off x="990600" y="4834418"/>
            <a:ext cx="10222907" cy="1915795"/>
          </a:xfrm>
          <a:prstGeom prst="rect">
            <a:avLst/>
          </a:prstGeom>
          <a:solidFill>
            <a:srgbClr val="9BBB59">
              <a:alpha val="20000"/>
            </a:srgbClr>
          </a:solidFill>
        </p:spPr>
      </p:sp>
      <p:sp>
        <p:nvSpPr>
          <p:cNvPr id="147" name="OTLSHAPE_SLT_47b946ad64694ea1b89821fd6e128396_Shape" hidden="0"/>
          <p:cNvSpPr/>
          <p:nvPr>
            <p:custDataLst>
              <p:tags r:id="rId147"/>
            </p:custDataLst>
          </p:nvPr>
        </p:nvSpPr>
        <p:spPr>
          <a:xfrm>
            <a:off x="2013966" y="5175412"/>
            <a:ext cx="4057234" cy="203200"/>
          </a:xfrm>
          <a:prstGeom prst="rect">
            <a:avLst/>
          </a:prstGeom>
          <a:solidFill>
            <a:srgbClr val="FEBE03">
              <a:alpha val="100000"/>
            </a:srgbClr>
          </a:solidFill>
        </p:spPr>
      </p:sp>
      <p:sp>
        <p:nvSpPr>
          <p:cNvPr id="148" name="OTLSHAPE_SLT_47b946ad64694ea1b89821fd6e128396_ShapePercentage" hidden="1"/>
          <p:cNvSpPr/>
          <p:nvPr>
            <p:custDataLst>
              <p:tags r:id="rId148"/>
            </p:custDataLst>
          </p:nvPr>
        </p:nvSpPr>
        <p:spPr>
          <a:xfrm>
            <a:off x="2013966" y="51754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49" name="OTLSHAPE_SLT_47b946ad64694ea1b89821fd6e128396_Duration" hidden="1">
            <a:extLst>
              <a:ext uri="{87DA452C-91E2-440B-896D-3DEDD6935246}">
                <a16:creationId xmlns:a16="http://schemas.microsoft.com/office/drawing/2014/main\" id="0D46F9BE-5828-4026-8FCF-1B382882DAD4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1096518" y="51754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62 days</a:t>
            </a:r>
          </a:p>
        </p:txBody>
      </p:sp>
      <p:sp>
        <p:nvSpPr>
          <p:cNvPr id="150" name="OTLSHAPE_SLT_47b946ad64694ea1b89821fd6e128396_TextPercentage" hidden="1">
            <a:extLst>
              <a:ext uri="{8660A1EA-9BD7-4B8C-AEC8-6D6367DA2AE4}">
                <a16:creationId xmlns:a16="http://schemas.microsoft.com/office/drawing/2014/main\" id="074B9B0D-3DCE-42BD-9FF1-574FBA7F3335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096518" y="53068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51" name="OTLSHAPE_SLT_47b946ad64694ea1b89821fd6e128396_StartDate" hidden="1">
            <a:extLst>
              <a:ext uri="{31C6FD92-D3EE-43A8-8C51-CE49197680DB}">
                <a16:creationId xmlns:a16="http://schemas.microsoft.com/office/drawing/2014/main\" id="FEA8C6D1-2482-49F2-95B7-B973E98320EF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1096518" y="54383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52" name="OTLSHAPE_SLT_47b946ad64694ea1b89821fd6e128396_EndDate" hidden="1">
            <a:extLst>
              <a:ext uri="{E24D2835-8B04-4DEE-8EF4-CC2E0B0BBC06}">
                <a16:creationId xmlns:a16="http://schemas.microsoft.com/office/drawing/2014/main\" id="55907DC4-A028-467E-AEC2-7D6BC5ECA251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1096518" y="54383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53" name="OTLSHAPE_SLT_47b946ad64694ea1b89821fd6e128396_JoinedDate" hidden="0">
            <a:extLst>
              <a:ext uri="{FCD3021B-7843-435C-95F9-4E09FD1DB357}">
                <a16:creationId xmlns:a16="http://schemas.microsoft.com/office/drawing/2014/main\" id="EC80D455-1CA0-4F46-87EA-2A5E936C05C5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045718" y="5203987"/>
            <a:ext cx="917448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Mar 20 - Jun 13</a:t>
            </a:r>
          </a:p>
        </p:txBody>
      </p:sp>
      <p:sp>
        <p:nvSpPr>
          <p:cNvPr id="154" name="OTLSHAPE_SLT_47b946ad64694ea1b89821fd6e128396_Title" hidden="0">
            <a:extLst>
              <a:ext uri="{B51C0227-64D6-42B9-8F95-5BB1C3ABBE26}">
                <a16:creationId xmlns:a16="http://schemas.microsoft.com/office/drawing/2014/main\" id="92921772-5633-4D44-9ABD-072B52CDE19E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3075880" y="5203987"/>
            <a:ext cx="1933406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Fix vulnerabilities - OpenHands</a:t>
            </a:r>
          </a:p>
        </p:txBody>
      </p:sp>
      <p:sp>
        <p:nvSpPr>
          <p:cNvPr id="155" name="OTLSHAPE_SLM_2b3ff4f8b308447aa52612bb8fd57cac_Shape" hidden="0"/>
          <p:cNvSpPr/>
          <p:nvPr>
            <p:custDataLst>
              <p:tags r:id="rId155"/>
            </p:custDataLst>
          </p:nvPr>
        </p:nvSpPr>
        <p:spPr>
          <a:xfrm>
            <a:off x="6570170" y="5150012"/>
            <a:ext cx="228600" cy="254000"/>
          </a:xfrm>
          <a:prstGeom prst="star8">
            <a:avLst/>
          </a:prstGeom>
          <a:solidFill>
            <a:srgbClr val="BE8F02">
              <a:alpha val="100000"/>
            </a:srgbClr>
          </a:solidFill>
        </p:spPr>
      </p:sp>
      <p:sp>
        <p:nvSpPr>
          <p:cNvPr id="156" name="OTLSHAPE_SLM_2b3ff4f8b308447aa52612bb8fd57cac_Title" hidden="0">
            <a:extLst>
              <a:ext uri="{C3980D5D-716F-4388-BC9E-75B961824D60}">
                <a16:creationId xmlns:a16="http://schemas.microsoft.com/office/drawing/2014/main\" id="CC48AB57-2ED8-4A81-9ADF-DA8752A07C34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5925793" y="4872518"/>
            <a:ext cx="1517354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Node to Python - Windsurf</a:t>
            </a:r>
          </a:p>
        </p:txBody>
      </p:sp>
      <p:sp>
        <p:nvSpPr>
          <p:cNvPr id="157" name="OTLSHAPE_SLM_2b3ff4f8b308447aa52612bb8fd57cac_Date" hidden="0">
            <a:extLst>
              <a:ext uri="{9BA7665B-89F3-4BC9-9E22-86ED83C84A27}">
                <a16:creationId xmlns:a16="http://schemas.microsoft.com/office/drawing/2014/main\" id="107A5C6E-ED3B-43CE-8984-02A578D16D48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6500150" y="5018568"/>
            <a:ext cx="36863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26</a:t>
            </a:r>
          </a:p>
        </p:txBody>
      </p:sp>
      <p:sp>
        <p:nvSpPr>
          <p:cNvPr id="158" name="OTLSHAPE_SLM_717770c884c148d7890aad1a6d5f8d38_Shape" hidden="0"/>
          <p:cNvSpPr/>
          <p:nvPr>
            <p:custDataLst>
              <p:tags r:id="rId158"/>
            </p:custDataLst>
          </p:nvPr>
        </p:nvSpPr>
        <p:spPr>
          <a:xfrm>
            <a:off x="8410078" y="5150012"/>
            <a:ext cx="228600" cy="254000"/>
          </a:xfrm>
          <a:prstGeom prst="star8">
            <a:avLst/>
          </a:prstGeom>
          <a:solidFill>
            <a:srgbClr val="BE8F02">
              <a:alpha val="100000"/>
            </a:srgbClr>
          </a:solidFill>
        </p:spPr>
      </p:sp>
      <p:sp>
        <p:nvSpPr>
          <p:cNvPr id="159" name="OTLSHAPE_SLM_717770c884c148d7890aad1a6d5f8d38_Title" hidden="0">
            <a:extLst>
              <a:ext uri="{A21D2637-7ABF-4090-A8EE-89394D891360}">
                <a16:creationId xmlns:a16="http://schemas.microsoft.com/office/drawing/2014/main\" id="375C957E-E536-4159-8CF4-75E1B821CED6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7730438" y="4872518"/>
            <a:ext cx="1587881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Angular to React - Windsurf</a:t>
            </a:r>
          </a:p>
        </p:txBody>
      </p:sp>
      <p:sp>
        <p:nvSpPr>
          <p:cNvPr id="160" name="OTLSHAPE_SLM_717770c884c148d7890aad1a6d5f8d38_Date" hidden="0">
            <a:extLst>
              <a:ext uri="{4B5A6A28-A9DD-46C9-8CDF-786FBF73BDE7}">
                <a16:creationId xmlns:a16="http://schemas.microsoft.com/office/drawing/2014/main\" id="1D108B74-0361-423C-903C-6AC63ECBAC65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8362305" y="5018568"/>
            <a:ext cx="324146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Aug 4</a:t>
            </a:r>
          </a:p>
        </p:txBody>
      </p:sp>
      <p:sp>
        <p:nvSpPr>
          <p:cNvPr id="161" name="OTLSHAPE_SLT_706c11038ef24e3aa0fc5cc2987eb11b_Shape" hidden="0"/>
          <p:cNvSpPr/>
          <p:nvPr>
            <p:custDataLst>
              <p:tags r:id="rId161"/>
            </p:custDataLst>
          </p:nvPr>
        </p:nvSpPr>
        <p:spPr>
          <a:xfrm>
            <a:off x="6118377" y="5467512"/>
            <a:ext cx="2217326" cy="203200"/>
          </a:xfrm>
          <a:prstGeom prst="rect">
            <a:avLst/>
          </a:prstGeom>
          <a:solidFill>
            <a:srgbClr val="80B9DE">
              <a:alpha val="100000"/>
            </a:srgbClr>
          </a:solidFill>
        </p:spPr>
      </p:sp>
      <p:sp>
        <p:nvSpPr>
          <p:cNvPr id="162" name="OTLSHAPE_SLT_706c11038ef24e3aa0fc5cc2987eb11b_ShapePercentage" hidden="1"/>
          <p:cNvSpPr/>
          <p:nvPr>
            <p:custDataLst>
              <p:tags r:id="rId162"/>
            </p:custDataLst>
          </p:nvPr>
        </p:nvSpPr>
        <p:spPr>
          <a:xfrm>
            <a:off x="6118377" y="54675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63" name="OTLSHAPE_SLT_706c11038ef24e3aa0fc5cc2987eb11b_Duration" hidden="1">
            <a:extLst>
              <a:ext uri="{8E1A47E1-667D-4775-B88A-47654CD60170}">
                <a16:creationId xmlns:a16="http://schemas.microsoft.com/office/drawing/2014/main\" id="EFF8ECA1-EB13-42DF-9F79-40EC26CD2B78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5257274" y="54675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34 days</a:t>
            </a:r>
          </a:p>
        </p:txBody>
      </p:sp>
      <p:sp>
        <p:nvSpPr>
          <p:cNvPr id="164" name="OTLSHAPE_SLT_706c11038ef24e3aa0fc5cc2987eb11b_TextPercentage" hidden="1">
            <a:extLst>
              <a:ext uri="{2AEF5A0F-0088-48DA-BB0B-DA852A5725CB}">
                <a16:creationId xmlns:a16="http://schemas.microsoft.com/office/drawing/2014/main\" id="133FD245-2E74-45F6-9A34-AB02AC46644E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5257274" y="55989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65" name="OTLSHAPE_SLT_706c11038ef24e3aa0fc5cc2987eb11b_StartDate" hidden="1">
            <a:extLst>
              <a:ext uri="{DA88F329-DEA5-400C-ACD2-043094501581}">
                <a16:creationId xmlns:a16="http://schemas.microsoft.com/office/drawing/2014/main\" id="28740D78-4F54-4707-883D-5A41111730B3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5257274" y="57304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66" name="OTLSHAPE_SLT_706c11038ef24e3aa0fc5cc2987eb11b_EndDate" hidden="1">
            <a:extLst>
              <a:ext uri="{64A88F1A-C74C-4C56-ADAD-B9744EA62F42}">
                <a16:creationId xmlns:a16="http://schemas.microsoft.com/office/drawing/2014/main\" id="D94C41B0-647E-49A5-B88B-67529997E9A0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5257274" y="57304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67" name="OTLSHAPE_SLT_706c11038ef24e3aa0fc5cc2987eb11b_JoinedDate" hidden="0">
            <a:extLst>
              <a:ext uri="{08C995D4-6BD9-49DC-BCE6-28362AD2D3B6}">
                <a16:creationId xmlns:a16="http://schemas.microsoft.com/office/drawing/2014/main\" id="02CFDFBE-854D-4E7F-AADA-1AF4873B5301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5206474" y="5496087"/>
            <a:ext cx="861102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15 - Jul 31</a:t>
            </a:r>
          </a:p>
        </p:txBody>
      </p:sp>
      <p:sp>
        <p:nvSpPr>
          <p:cNvPr id="168" name="OTLSHAPE_SLT_706c11038ef24e3aa0fc5cc2987eb11b_Title" hidden="0">
            <a:extLst>
              <a:ext uri="{CB49170C-4866-4567-B121-315048576380}">
                <a16:creationId xmlns:a16="http://schemas.microsoft.com/office/drawing/2014/main\" id="2FF2EDFC-5F79-4BBE-8FEB-4CB363950024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6443788" y="5496087"/>
            <a:ext cx="156650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Fix vulnerabilities - Devin</a:t>
            </a:r>
          </a:p>
        </p:txBody>
      </p:sp>
      <p:sp>
        <p:nvSpPr>
          <p:cNvPr id="169" name="OTLSHAPE_SLT_eb0484049b264bb5bc9377d8870b2746_Shape" hidden="0"/>
          <p:cNvSpPr/>
          <p:nvPr>
            <p:custDataLst>
              <p:tags r:id="rId169"/>
            </p:custDataLst>
          </p:nvPr>
        </p:nvSpPr>
        <p:spPr>
          <a:xfrm>
            <a:off x="1966788" y="5734212"/>
            <a:ext cx="4906422" cy="203200"/>
          </a:xfrm>
          <a:prstGeom prst="rect">
            <a:avLst/>
          </a:prstGeom>
          <a:solidFill>
            <a:srgbClr val="FFBF04">
              <a:alpha val="100000"/>
            </a:srgbClr>
          </a:solidFill>
        </p:spPr>
      </p:sp>
      <p:sp>
        <p:nvSpPr>
          <p:cNvPr id="170" name="OTLSHAPE_SLT_eb0484049b264bb5bc9377d8870b2746_ShapePercentage" hidden="1"/>
          <p:cNvSpPr/>
          <p:nvPr>
            <p:custDataLst>
              <p:tags r:id="rId170"/>
            </p:custDataLst>
          </p:nvPr>
        </p:nvSpPr>
        <p:spPr>
          <a:xfrm>
            <a:off x="1966788" y="57342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71" name="OTLSHAPE_SLT_eb0484049b264bb5bc9377d8870b2746_Duration" hidden="1">
            <a:extLst>
              <a:ext uri="{77E30AC2-4BB4-4F81-990C-8C2DF8E21852}">
                <a16:creationId xmlns:a16="http://schemas.microsoft.com/office/drawing/2014/main\" id="4EE686A4-A837-4EEB-B316-5B2E05547445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1966788" y="57342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74 days</a:t>
            </a:r>
          </a:p>
        </p:txBody>
      </p:sp>
      <p:sp>
        <p:nvSpPr>
          <p:cNvPr id="172" name="OTLSHAPE_SLT_eb0484049b264bb5bc9377d8870b2746_TextPercentage" hidden="1">
            <a:extLst>
              <a:ext uri="{3EFAF833-A656-4505-A8DC-5775CD8A2C82}">
                <a16:creationId xmlns:a16="http://schemas.microsoft.com/office/drawing/2014/main\" id="6FFC6435-0F6D-4C41-A90F-3F4B7F30C4A3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1966788" y="58656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73" name="OTLSHAPE_SLT_eb0484049b264bb5bc9377d8870b2746_JoinedDate" hidden="1">
            <a:extLst>
              <a:ext uri="{67022D1A-D872-4036-BB7A-2A239A3B0291}">
                <a16:creationId xmlns:a16="http://schemas.microsoft.com/office/drawing/2014/main\" id="60927BD2-A9DD-4B6B-BE08-EBEB5226A9C8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1966788" y="5997102"/>
            <a:ext cx="2540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74" name="OTLSHAPE_SLT_eb0484049b264bb5bc9377d8870b2746_StartDate" hidden="1">
            <a:extLst>
              <a:ext uri="{724A4516-7902-4B2A-A1A1-9E922F499AEA}">
                <a16:creationId xmlns:a16="http://schemas.microsoft.com/office/drawing/2014/main\" id="C113F4C0-A560-4A54-944B-FB6056ADCC49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1966788" y="59971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75" name="OTLSHAPE_SLT_eb0484049b264bb5bc9377d8870b2746_EndDate" hidden="1">
            <a:extLst>
              <a:ext uri="{FBAB2C8E-EAA7-42FF-B09B-66493DCD41B4}">
                <a16:creationId xmlns:a16="http://schemas.microsoft.com/office/drawing/2014/main\" id="649E5357-B7DD-4713-8116-BD8B671B7A39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1966788" y="59971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76" name="OTLSHAPE_SLT_eb0484049b264bb5bc9377d8870b2746_Title" hidden="0">
            <a:extLst>
              <a:ext uri="{4820CF49-8265-4F8D-84DF-97CB29314F65}">
                <a16:creationId xmlns:a16="http://schemas.microsoft.com/office/drawing/2014/main\" id="8DC520E3-AF5F-4A42-A700-5E0737D69AA3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3283858" y="5762787"/>
            <a:ext cx="2272284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Java language upgrade - OpenHands</a:t>
            </a:r>
          </a:p>
        </p:txBody>
      </p:sp>
      <p:sp>
        <p:nvSpPr>
          <p:cNvPr id="177" name="OTLSHAPE_SLM_514cdb0baab34566a96b77f2a8e1cb24_Shape" hidden="0"/>
          <p:cNvSpPr/>
          <p:nvPr>
            <p:custDataLst>
              <p:tags r:id="rId177"/>
            </p:custDataLst>
          </p:nvPr>
        </p:nvSpPr>
        <p:spPr>
          <a:xfrm>
            <a:off x="8032661" y="5708812"/>
            <a:ext cx="228600" cy="254000"/>
          </a:xfrm>
          <a:prstGeom prst="star8">
            <a:avLst/>
          </a:prstGeom>
          <a:solidFill>
            <a:srgbClr val="BE8F02">
              <a:alpha val="100000"/>
            </a:srgbClr>
          </a:solidFill>
        </p:spPr>
      </p:sp>
      <p:sp>
        <p:nvSpPr>
          <p:cNvPr id="178" name="OTLSHAPE_SLM_514cdb0baab34566a96b77f2a8e1cb24_Date" hidden="0">
            <a:extLst>
              <a:ext uri="{FA4E431F-5BBB-438F-8E2D-97DDEA713DD2}">
                <a16:creationId xmlns:a16="http://schemas.microsoft.com/office/drawing/2014/main\" id="67DAFB49-AD82-4FD0-ACA0-023C4BF6E87B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7651408" y="5770090"/>
            <a:ext cx="330454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Jul 27</a:t>
            </a:r>
          </a:p>
        </p:txBody>
      </p:sp>
      <p:sp>
        <p:nvSpPr>
          <p:cNvPr id="179" name="OTLSHAPE_SLM_514cdb0baab34566a96b77f2a8e1cb24_Title" hidden="0">
            <a:extLst>
              <a:ext uri="{62BF0CFA-6B9A-41A2-8494-20A0FAC0EBF6}">
                <a16:creationId xmlns:a16="http://schemas.microsoft.com/office/drawing/2014/main\" id="765DF087-B7B6-47C8-9BE7-460E54806760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8312061" y="5762787"/>
            <a:ext cx="172199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Typescript upgrade - Windsurf</a:t>
            </a:r>
          </a:p>
        </p:txBody>
      </p:sp>
      <p:sp>
        <p:nvSpPr>
          <p:cNvPr id="180" name="OTLSHAPE_SLT_08a509811a2b4214b92603f3e3b08892_Shape" hidden="0"/>
          <p:cNvSpPr/>
          <p:nvPr>
            <p:custDataLst>
              <p:tags r:id="rId180"/>
            </p:custDataLst>
          </p:nvPr>
        </p:nvSpPr>
        <p:spPr>
          <a:xfrm>
            <a:off x="1919611" y="6026312"/>
            <a:ext cx="3066514" cy="203200"/>
          </a:xfrm>
          <a:prstGeom prst="rect">
            <a:avLst/>
          </a:prstGeom>
          <a:solidFill>
            <a:srgbClr val="FFBF04">
              <a:alpha val="100000"/>
            </a:srgbClr>
          </a:solidFill>
        </p:spPr>
      </p:sp>
      <p:sp>
        <p:nvSpPr>
          <p:cNvPr id="181" name="OTLSHAPE_SLT_08a509811a2b4214b92603f3e3b08892_ShapePercentage" hidden="1"/>
          <p:cNvSpPr/>
          <p:nvPr>
            <p:custDataLst>
              <p:tags r:id="rId181"/>
            </p:custDataLst>
          </p:nvPr>
        </p:nvSpPr>
        <p:spPr>
          <a:xfrm>
            <a:off x="1919611" y="60263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82" name="OTLSHAPE_SLT_08a509811a2b4214b92603f3e3b08892_Duration" hidden="1">
            <a:extLst>
              <a:ext uri="{D4C57D3D-A092-451F-AC5D-1257A03CDB66}">
                <a16:creationId xmlns:a16="http://schemas.microsoft.com/office/drawing/2014/main\" id="C71483A9-4576-47C1-A838-C3E0192B8963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1919611" y="60263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47 days</a:t>
            </a:r>
          </a:p>
        </p:txBody>
      </p:sp>
      <p:sp>
        <p:nvSpPr>
          <p:cNvPr id="183" name="OTLSHAPE_SLT_08a509811a2b4214b92603f3e3b08892_TextPercentage" hidden="1">
            <a:extLst>
              <a:ext uri="{871C63B8-5A5A-4024-8592-BCC04995A62E}">
                <a16:creationId xmlns:a16="http://schemas.microsoft.com/office/drawing/2014/main\" id="86F9E8FB-D0AF-4515-9DA9-07D7A2B2B91E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1919611" y="61577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84" name="OTLSHAPE_SLT_08a509811a2b4214b92603f3e3b08892_JoinedDate" hidden="1">
            <a:extLst>
              <a:ext uri="{EF09D3FC-C271-4340-962D-841E10E5CB92}">
                <a16:creationId xmlns:a16="http://schemas.microsoft.com/office/drawing/2014/main\" id="CACF68CB-5B5F-4F7C-956F-8E4A2BDF5B40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1919611" y="6289202"/>
            <a:ext cx="2540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85" name="OTLSHAPE_SLT_08a509811a2b4214b92603f3e3b08892_StartDate" hidden="1">
            <a:extLst>
              <a:ext uri="{748D7C3B-CEF9-48F5-8C0E-C1109C6855BA}">
                <a16:creationId xmlns:a16="http://schemas.microsoft.com/office/drawing/2014/main\" id="D8FF553C-0C3C-4198-8555-84E7C596024F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1919611" y="62892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86" name="OTLSHAPE_SLT_08a509811a2b4214b92603f3e3b08892_EndDate" hidden="1">
            <a:extLst>
              <a:ext uri="{4515AF00-C4B2-4498-99DC-8EF885A28E8E}">
                <a16:creationId xmlns:a16="http://schemas.microsoft.com/office/drawing/2014/main\" id="DB9C4E86-8D76-4484-BBEE-1FC920AD5AA3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1919611" y="62892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87" name="OTLSHAPE_SLT_08a509811a2b4214b92603f3e3b08892_Title" hidden="0">
            <a:extLst>
              <a:ext uri="{DA3A92CB-B1F4-44B6-AAB0-D223A4760C8C}">
                <a16:creationId xmlns:a16="http://schemas.microsoft.com/office/drawing/2014/main\" id="31E83B00-CFAC-431A-AB48-85BF90239200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2486187" y="6054887"/>
            <a:ext cx="1933363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Jira story-to-code - OpenHands</a:t>
            </a:r>
          </a:p>
        </p:txBody>
      </p:sp>
      <p:sp>
        <p:nvSpPr>
          <p:cNvPr id="188" name="OTLSHAPE_SLT_8a20542e1129411ca22d9c7156032822_Shape" hidden="0"/>
          <p:cNvSpPr/>
          <p:nvPr>
            <p:custDataLst>
              <p:tags r:id="rId188"/>
            </p:custDataLst>
          </p:nvPr>
        </p:nvSpPr>
        <p:spPr>
          <a:xfrm>
            <a:off x="6118377" y="6026312"/>
            <a:ext cx="3679817" cy="203200"/>
          </a:xfrm>
          <a:prstGeom prst="rect">
            <a:avLst/>
          </a:prstGeom>
          <a:solidFill>
            <a:srgbClr val="C09002">
              <a:alpha val="100000"/>
            </a:srgbClr>
          </a:solidFill>
        </p:spPr>
      </p:sp>
      <p:sp>
        <p:nvSpPr>
          <p:cNvPr id="189" name="OTLSHAPE_SLT_8a20542e1129411ca22d9c7156032822_ShapePercentage" hidden="1"/>
          <p:cNvSpPr/>
          <p:nvPr>
            <p:custDataLst>
              <p:tags r:id="rId189"/>
            </p:custDataLst>
          </p:nvPr>
        </p:nvSpPr>
        <p:spPr>
          <a:xfrm>
            <a:off x="6118377" y="60263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90" name="OTLSHAPE_SLT_8a20542e1129411ca22d9c7156032822_Duration" hidden="1">
            <a:extLst>
              <a:ext uri="{839DC5DE-8C1A-4BA7-9FEE-598D42AF5FB9}">
                <a16:creationId xmlns:a16="http://schemas.microsoft.com/office/drawing/2014/main\" id="AB770B61-6CD2-4B36-99E5-D0BAD9C483CD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5200675" y="60263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55 days</a:t>
            </a:r>
          </a:p>
        </p:txBody>
      </p:sp>
      <p:sp>
        <p:nvSpPr>
          <p:cNvPr id="191" name="OTLSHAPE_SLT_8a20542e1129411ca22d9c7156032822_TextPercentage" hidden="1">
            <a:extLst>
              <a:ext uri="{982A842B-4BD3-4EF9-8ED7-29629F1678CF}">
                <a16:creationId xmlns:a16="http://schemas.microsoft.com/office/drawing/2014/main\" id="2339AF69-237D-4C28-A02C-D018FD6CF56B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5200675" y="61577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92" name="OTLSHAPE_SLT_8a20542e1129411ca22d9c7156032822_StartDate" hidden="1">
            <a:extLst>
              <a:ext uri="{3C5FEDCF-2AE3-46B4-A727-37DD41982707}">
                <a16:creationId xmlns:a16="http://schemas.microsoft.com/office/drawing/2014/main\" id="4DBCB058-E72C-4CA8-99C3-D74AD0D97ADB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5200675" y="62892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93" name="OTLSHAPE_SLT_8a20542e1129411ca22d9c7156032822_EndDate" hidden="1">
            <a:extLst>
              <a:ext uri="{788FA00F-4D8A-4139-A78A-DEBE8907D819}">
                <a16:creationId xmlns:a16="http://schemas.microsoft.com/office/drawing/2014/main\" id="D030A476-F835-48D6-BE68-718603F8B725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5200675" y="62892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194" name="OTLSHAPE_SLT_8a20542e1129411ca22d9c7156032822_JoinedDate" hidden="0">
            <a:extLst>
              <a:ext uri="{D1EE0847-A505-48FE-BDF0-2C7AF192117B}">
                <a16:creationId xmlns:a16="http://schemas.microsoft.com/office/drawing/2014/main\" id="0267AA20-9E0E-4758-A4A4-8F2ED1C54316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5149875" y="6054887"/>
            <a:ext cx="917702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15 - Aug 31</a:t>
            </a:r>
          </a:p>
        </p:txBody>
      </p:sp>
      <p:sp>
        <p:nvSpPr>
          <p:cNvPr id="195" name="OTLSHAPE_SLT_8a20542e1129411ca22d9c7156032822_Title" hidden="0">
            <a:extLst>
              <a:ext uri="{B4E7E899-801B-4988-9DD0-0E31E55DF6AE}">
                <a16:creationId xmlns:a16="http://schemas.microsoft.com/office/drawing/2014/main\" id="7B649C82-B592-4024-B7A4-CAB0258A7687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6780720" y="6054887"/>
            <a:ext cx="235513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Agentic IDE for prototyping - Windsurf</a:t>
            </a:r>
          </a:p>
        </p:txBody>
      </p:sp>
      <p:sp>
        <p:nvSpPr>
          <p:cNvPr id="196" name="OTLSHAPE_SLT_b8aaf1ae760d496fa9bc5e4de610355d_Shape" hidden="0"/>
          <p:cNvSpPr/>
          <p:nvPr>
            <p:custDataLst>
              <p:tags r:id="rId196"/>
            </p:custDataLst>
          </p:nvPr>
        </p:nvSpPr>
        <p:spPr>
          <a:xfrm>
            <a:off x="6118377" y="6267612"/>
            <a:ext cx="2217326" cy="203200"/>
          </a:xfrm>
          <a:prstGeom prst="rect">
            <a:avLst/>
          </a:prstGeom>
          <a:solidFill>
            <a:srgbClr val="80B9DE">
              <a:alpha val="100000"/>
            </a:srgbClr>
          </a:solidFill>
        </p:spPr>
      </p:sp>
      <p:sp>
        <p:nvSpPr>
          <p:cNvPr id="197" name="OTLSHAPE_SLT_b8aaf1ae760d496fa9bc5e4de610355d_ShapePercentage" hidden="1"/>
          <p:cNvSpPr/>
          <p:nvPr>
            <p:custDataLst>
              <p:tags r:id="rId197"/>
            </p:custDataLst>
          </p:nvPr>
        </p:nvSpPr>
        <p:spPr>
          <a:xfrm>
            <a:off x="6118377" y="62676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98" name="OTLSHAPE_SLT_b8aaf1ae760d496fa9bc5e4de610355d_Duration" hidden="1">
            <a:extLst>
              <a:ext uri="{FED5D4D3-6057-4E09-8655-1EC7E866E698}">
                <a16:creationId xmlns:a16="http://schemas.microsoft.com/office/drawing/2014/main\" id="6D2556F9-EF02-4333-8B97-4B16875976F0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5257274" y="62676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34 days</a:t>
            </a:r>
          </a:p>
        </p:txBody>
      </p:sp>
      <p:sp>
        <p:nvSpPr>
          <p:cNvPr id="199" name="OTLSHAPE_SLT_b8aaf1ae760d496fa9bc5e4de610355d_TextPercentage" hidden="1">
            <a:extLst>
              <a:ext uri="{79950138-0024-454C-A907-FD262B586637}">
                <a16:creationId xmlns:a16="http://schemas.microsoft.com/office/drawing/2014/main\" id="F4AE9566-5478-4DB8-9F0C-2E15DC65C2AB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5257274" y="6399057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200" name="OTLSHAPE_SLT_b8aaf1ae760d496fa9bc5e4de610355d_StartDate" hidden="1">
            <a:extLst>
              <a:ext uri="{EAA44D55-4B72-4AF3-9471-A0A646C6E721}">
                <a16:creationId xmlns:a16="http://schemas.microsoft.com/office/drawing/2014/main\" id="C773A6AF-8182-4C2A-8445-D2051FE835E6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5257274" y="65305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201" name="OTLSHAPE_SLT_b8aaf1ae760d496fa9bc5e4de610355d_EndDate" hidden="1">
            <a:extLst>
              <a:ext uri="{DF444C8D-E613-4C35-A09D-E048DD7A75CF}">
                <a16:creationId xmlns:a16="http://schemas.microsoft.com/office/drawing/2014/main\" id="6D7CB785-76D6-4428-9B5D-CC34961F5CBD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5257274" y="65305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202" name="OTLSHAPE_SLT_b8aaf1ae760d496fa9bc5e4de610355d_JoinedDate" hidden="0">
            <a:extLst>
              <a:ext uri="{47A7832B-9C3C-4B1F-BFAA-D04DA30F0FB2}">
                <a16:creationId xmlns:a16="http://schemas.microsoft.com/office/drawing/2014/main\" id="713C07EE-73D4-4903-91AD-107FF54C94BD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5206474" y="6296187"/>
            <a:ext cx="861102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15 - Jul 31</a:t>
            </a:r>
          </a:p>
        </p:txBody>
      </p:sp>
      <p:sp>
        <p:nvSpPr>
          <p:cNvPr id="203" name="OTLSHAPE_SLT_b8aaf1ae760d496fa9bc5e4de610355d_Title" hidden="0">
            <a:extLst>
              <a:ext uri="{FB1B915F-56AA-4199-9930-2ADFB35D3B40}">
                <a16:creationId xmlns:a16="http://schemas.microsoft.com/office/drawing/2014/main\" id="9E4A785D-17B1-4993-9F58-0906014B6738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8386502" y="6296187"/>
            <a:ext cx="156646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Jira story-to-code - Devin</a:t>
            </a:r>
          </a:p>
        </p:txBody>
      </p:sp>
      <p:sp>
        <p:nvSpPr>
          <p:cNvPr id="204" name="OTLSHAPE_SLT_6b6382c7f2a14ca6978c43e8fae8569d_Shape" hidden="0"/>
          <p:cNvSpPr/>
          <p:nvPr>
            <p:custDataLst>
              <p:tags r:id="rId204"/>
            </p:custDataLst>
          </p:nvPr>
        </p:nvSpPr>
        <p:spPr>
          <a:xfrm>
            <a:off x="6118377" y="6508912"/>
            <a:ext cx="2217326" cy="203200"/>
          </a:xfrm>
          <a:prstGeom prst="rect">
            <a:avLst/>
          </a:prstGeom>
          <a:solidFill>
            <a:srgbClr val="80B9DE">
              <a:alpha val="100000"/>
            </a:srgbClr>
          </a:solidFill>
        </p:spPr>
      </p:sp>
      <p:sp>
        <p:nvSpPr>
          <p:cNvPr id="205" name="OTLSHAPE_SLT_6b6382c7f2a14ca6978c43e8fae8569d_ShapePercentage" hidden="1"/>
          <p:cNvSpPr/>
          <p:nvPr>
            <p:custDataLst>
              <p:tags r:id="rId205"/>
            </p:custDataLst>
          </p:nvPr>
        </p:nvSpPr>
        <p:spPr>
          <a:xfrm>
            <a:off x="6118377" y="6508912"/>
            <a:ext cx="0" cy="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206" name="OTLSHAPE_SLT_6b6382c7f2a14ca6978c43e8fae8569d_Duration" hidden="1">
            <a:extLst>
              <a:ext uri="{5724E37A-AB56-4A9B-89FD-DBACDAECC65F}">
                <a16:creationId xmlns:a16="http://schemas.microsoft.com/office/drawing/2014/main\" id="A704064A-1FFD-4DB3-A219-FE2F046BD601"/>
              </a:ext>
            </a:extLst>
          </p:cNvPr>
          <p:cNvSpPr txBox="1"/>
          <p:nvPr>
            <p:custDataLst>
              <p:tags r:id="rId206"/>
            </p:custDataLst>
          </p:nvPr>
        </p:nvSpPr>
        <p:spPr>
          <a:xfrm>
            <a:off x="5257274" y="6508912"/>
            <a:ext cx="425789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ED7D31">
                    <a:alpha val="100000"/>
                  </a:srgbClr>
                </a:solidFill>
                <a:latin typeface="Arial" panose="02040604050505020304" pitchFamily="18" charset="0"/>
              </a:rPr>
              <a:t>34 days</a:t>
            </a:r>
          </a:p>
        </p:txBody>
      </p:sp>
      <p:sp>
        <p:nvSpPr>
          <p:cNvPr id="207" name="OTLSHAPE_SLT_6b6382c7f2a14ca6978c43e8fae8569d_TextPercentage" hidden="1">
            <a:extLst>
              <a:ext uri="{1ED0EBC8-AF72-46A4-A549-38AD617B7C25}">
                <a16:creationId xmlns:a16="http://schemas.microsoft.com/office/drawing/2014/main\" id="1A019B57-76AD-4DB8-843A-F82DDBE1E0B9"/>
              </a:ext>
            </a:extLst>
          </p:cNvPr>
          <p:cNvSpPr txBox="1"/>
          <p:nvPr>
            <p:custDataLst>
              <p:tags r:id="rId207"/>
            </p:custDataLst>
          </p:nvPr>
        </p:nvSpPr>
        <p:spPr>
          <a:xfrm>
            <a:off x="5257274" y="6640358"/>
            <a:ext cx="190627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208" name="OTLSHAPE_SLT_6b6382c7f2a14ca6978c43e8fae8569d_StartDate" hidden="1">
            <a:extLst>
              <a:ext uri="{0F9F5800-BD51-48A7-BC8E-BE2E5A012C07}">
                <a16:creationId xmlns:a16="http://schemas.microsoft.com/office/drawing/2014/main\" id="B48932A3-F770-4CC5-A3DD-B7DF05193C40"/>
              </a:ext>
            </a:extLst>
          </p:cNvPr>
          <p:cNvSpPr txBox="1"/>
          <p:nvPr>
            <p:custDataLst>
              <p:tags r:id="rId208"/>
            </p:custDataLst>
          </p:nvPr>
        </p:nvSpPr>
        <p:spPr>
          <a:xfrm>
            <a:off x="5257274" y="67718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209" name="OTLSHAPE_SLT_6b6382c7f2a14ca6978c43e8fae8569d_EndDate" hidden="1">
            <a:extLst>
              <a:ext uri="{5F1FE339-A120-4F91-B32F-B0492FC468B0}">
                <a16:creationId xmlns:a16="http://schemas.microsoft.com/office/drawing/2014/main\" id="519A2D0F-A5D4-4F3A-A446-2ED341DBA81E"/>
              </a:ext>
            </a:extLst>
          </p:cNvPr>
          <p:cNvSpPr txBox="1"/>
          <p:nvPr>
            <p:custDataLst>
              <p:tags r:id="rId209"/>
            </p:custDataLst>
          </p:nvPr>
        </p:nvSpPr>
        <p:spPr>
          <a:xfrm>
            <a:off x="5257274" y="67718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/>
            </a:r>
          </a:p>
        </p:txBody>
      </p:sp>
      <p:sp>
        <p:nvSpPr>
          <p:cNvPr id="210" name="OTLSHAPE_SLT_6b6382c7f2a14ca6978c43e8fae8569d_JoinedDate" hidden="0">
            <a:extLst>
              <a:ext uri="{54F44F96-8CB3-4DA3-89E5-DE6D30646095}">
                <a16:creationId xmlns:a16="http://schemas.microsoft.com/office/drawing/2014/main\" id="FE765900-4E3E-483D-AC09-7CC72B8B0939"/>
              </a:ext>
            </a:extLst>
          </p:cNvPr>
          <p:cNvSpPr txBox="1"/>
          <p:nvPr>
            <p:custDataLst>
              <p:tags r:id="rId210"/>
            </p:custDataLst>
          </p:nvPr>
        </p:nvSpPr>
        <p:spPr>
          <a:xfrm>
            <a:off x="5206474" y="6537487"/>
            <a:ext cx="861102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44546A">
                    <a:alpha val="100000"/>
                  </a:srgbClr>
                </a:solidFill>
                <a:latin typeface="Arial" panose="02040604050505020304" pitchFamily="18" charset="0"/>
              </a:rPr>
              <a:t>Jun 15 - Jul 31</a:t>
            </a:r>
          </a:p>
        </p:txBody>
      </p:sp>
      <p:sp>
        <p:nvSpPr>
          <p:cNvPr id="211" name="OTLSHAPE_SLT_6b6382c7f2a14ca6978c43e8fae8569d_Title" hidden="0">
            <a:extLst>
              <a:ext uri="{E12E9E5C-B2AD-453D-BA9B-8E36F10ED1ED}">
                <a16:creationId xmlns:a16="http://schemas.microsoft.com/office/drawing/2014/main\" id="8AB091EF-52EE-4265-A912-F6586B836139"/>
              </a:ext>
            </a:extLst>
          </p:cNvPr>
          <p:cNvSpPr txBox="1"/>
          <p:nvPr>
            <p:custDataLst>
              <p:tags r:id="rId211"/>
            </p:custDataLst>
          </p:nvPr>
        </p:nvSpPr>
        <p:spPr>
          <a:xfrm>
            <a:off x="8386502" y="6537487"/>
            <a:ext cx="1905381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Java language upgrade - Devin</a:t>
            </a:r>
          </a:p>
        </p:txBody>
      </p:sp>
    </p:spTree>
    <p:custDataLst>
      <p:tags r:id="rId1"/>
    </p:custDataLst>
    <p:extLst>
      <p:ext uri="c0154117-750c-41d3-80e5-92beb47a6fb7">
        <p14:creationId xmlns:p14="http://schemas.microsoft.com/office/powerpoint/2010/main" val="2714797065"/>
      </p:ext>
    </p:extLst>
  </p:cSld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1LTA0LTA2VDAwOjAwOjAwWiIsIkVuZERhdGUiOiIyMDI1LTA1LTIyVDIzOjU5OjU5Ljk5OVoiLCJQZXJjZW50YWdlQ29tcGxldGUiOjAuMCwiU3R5bGUiOnsiJGlkIjoiNyIsIlNoYXBlIjoxLCJTaGFwZVRoaWNrbmVzcyI6MSwiRHVyYXRpb25Gb3JtYXQiOjAsIkluY2x1ZGVOb25Xb3JraW5nRGF5c0luRHVyYXRpb24iOmZhbHNlLCJQZXJjZW50YWdlQ29tcGxldGVTdHlsZSI6eyIkaWQiOiI4IiwiRm9udFNldHRpbmdzIjp7IiRpZCI6IjkiLCJGb250U2l6ZSI6OSwiRm9udE5hbWUiOiJBcmlhbCIsIklzQm9sZCI6ZmFsc2UsIklzSXRhbGljIjpmYWxzZSwiSXNVbmRlcmxpbmVkIjpmYWxzZSwiUGFyZW50U3R5bGUiOm51bGx9LCJBdXRvU2l6ZSI6MCwiRm9yZWdyb3VuZCI6eyIkaWQiOiIxMCIsIkNvbG9yIjp7IiRpZCI6IjEx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mZhbHNlLCJXaWR0aCI6MC4wLCJIZWlnaHQiOjAuMCwiQm9yZGVyU3R5bGUiOnsiJGlkIjoiMTYiLCJMaW5lQ29sb3IiOm51bGwsIkxpbmVXZWlnaHQiOjAuMCwiTGluZVR5cGUiOjAsIlBhcmVudFN0eWxlIjpudWxsfSwiUGFyZW50U3R5bGUiOm51bGx9LCJEdXJhdGlvblN0eWxlIjp7IiRpZCI6IjE3IiwiRm9udFNldHRpbmdzIjp7IiRpZCI6IjE4IiwiRm9udFNpemUiOjksIkZvbnROYW1lIjoiQXJpYWwiLCJJc0JvbGQiOmZhbHNlLCJJc0l0YWxpYyI6ZmFsc2UsIklzVW5kZXJsaW5lZCI6ZmFsc2UsIlBhcmVudFN0eWxlIjpudWxsfSwiQXV0b1NpemUiOjAsIkZvcmVncm91bmQiOnsiJGlkIjoiMTkiLCJDb2xvciI6eyIkaWQiOiIyMCIsIkEiOjI1NSwiUiI6MjM3LCJHIjoxMjUsIkIiOjQ5fX0sIk1heFdpZHRoIjo5NjAuMCwiTWF4SGVpZ2h0IjoiSW5maW5pdHkiLCJTbWFydEZvcmVncm91bmRJc0FjdGl2ZSI6ZmFsc2UsIkhvcml6b250YWxBbGlnbm1lbnQiOjAsIlZlcnRpY2FsQWxpZ25tZW50IjowLCJTbWFydEZvcmVncm91bmQiOm51bGwsIkJhY2tncm91bmRGaWxsVHlwZSI6MCwiTWFyZ2luIjp7IiRpZCI6IjIxIiwiVG9wIjowLjAsIkxlZnQiOjAuMCwiUmlnaHQiOjAuMCwiQm90dG9tIjowLjB9LCJQYWRkaW5nIjp7IiRpZCI6IjIyIiwiVG9wIjowLjAsIkxlZnQiOjAuMCwiUmlnaHQiOjAuMCwiQm90dG9tIjowLjB9LCJCYWNrZ3JvdW5kIjp7IiRpZCI6IjIzIiwiQ29sb3IiOnsiJHJlZiI6IjE1In19LCJJc1Zpc2libGUiOmZhbHNlLCJXaWR0aCI6MC4wLCJIZWlnaHQiOjAuMCwiQm9yZGVyU3R5bGUiOnsiJGlkIjoiMjQiLCJMaW5lQ29sb3IiOm51bGwsIkxpbmVXZWlnaHQiOjAuMCwiTGluZVR5cGUiOjAsIlBhcmVudFN0eWxlIjpudWxsfSwiUGFyZW50U3R5bGUiOm51bGx9LCJIb3Jpem9udGFsQ29ubmVjdG9yU3R5bGUiOnsiJGlkIjoiMjUiLCJMaW5lQ29sb3IiOnsiJGlkIjoiMjYiLCIkdHlwZSI6Ik5MUkUuQ29tbW9uLkRvbS5Tb2xpZENvbG9yQnJ1c2gsIE5MUkUuQ29tbW9uIiwiQ29sb3IiOnsiJGlkIjoiMjciLCJBIjoyNTUsIlIiOjIwNCwiRyI6MjA0LCJCIjoyMDR9fSwiTGluZVdlaWdodCI6MS4wLCJMaW5lVHlwZSI6MCwiUGFyZW50U3R5bGUiOm51bGx9LCJWZXJ0aWNhbENvbm5lY3RvclN0eWxlIjp7IiRpZCI6IjI4IiwiTGluZUNvbG9yIjp7IiRpZCI6IjI5IiwiJHR5cGUiOiJOTFJFLkNvbW1vbi5Eb20uU29saWRDb2xvckJydXNoLCBOTFJFLkNvbW1vbiIsIkNvbG9yIjp7IiRpZCI6IjMwIiwiQSI6MjU1LCJSIjoyMDQsIkciOjIwNCwiQiI6MjA0fX0sIkxpbmVXZWlnaHQiOjEuMCwiTGluZVR5cGUiOjAsIlBhcmVudFN0eWxlIjpudWxsfSwiTWFyZ2luIjpudWxsLCJTdGFydERhdGVQb3NpdGlvbiI6NCwiRW5kRGF0ZVBvc2l0aW9uIjo0LCJEYXRlSXNWaXNpYmxlIjp0cnVlLCJUaXRsZVBvc2l0aW9uIjoyLCJEdXJhdGlvblBvc2l0aW9uIjo2LCJQZXJjZW50YWdlQ29tcGxldGVkUG9zaXRpb24iOjYsIlNwYWNpbmciOjMsIklzQmVsb3dUaW1lYmFuZCI6dHJ1ZSwiUGVyY2VudGFnZUNvbXBsZXRlU2hhcGVPcGFjaXR5IjozNSwiU2hhcGVTdHlsZSI6eyIkaWQiOiIzMSIsIk1hcmdpbiI6eyIkaWQiOiIzMiIsIlRvcCI6MC4wLCJMZWZ0Ijo0LjAsIlJpZ2h0Ijo0LjAsIkJvdHRvbSI6MC4wfSwiUGFkZGluZyI6eyIkaWQiOiIzMyIsIlRvcCI6MC4wLCJMZWZ0IjowLjAsIlJpZ2h0IjowLjAsIkJvdHRvbSI6MC4wfSwiQmFja2dyb3VuZCI6eyIkaWQiOiIzNCIsIkNvbG9yIjp7IiRpZCI6IjM1IiwiQSI6MjU1LCJSIjoxMjgsIkciOjEyOCwiQiI6MTI4fX0sIklzVmlzaWJsZSI6dHJ1ZSwiV2lkdGgiOjAuMCwiSGVpZ2h0IjoxNi4wLCJCb3JkZXJTdHlsZSI6eyIkaWQiOiIzNiIsIkxpbmVDb2xvciI6eyIkaWQiOiIzNyIsIiR0eXBlIjoiTkxSRS5Db21tb24uRG9tLlNvbGlkQ29sb3JCcnVzaCwgTkxSRS5Db21tb24iLCJDb2xvciI6eyIkaWQiOiIzOCIsIkEiOjI1NSwiUiI6MjU1LCJHIjowLCJCIjowfX0sIkxpbmVXZWlnaHQiOjAuMCwiTGluZVR5cGUiOjAsIlBhcmVudFN0eWxlIjpudWxsfSwiUGFyZW50U3R5bGUiOm51bGx9LCJUaXRsZVN0eWxlIjp7IiRpZCI6IjM5IiwiRm9udFNldHRpbmdzIjp7IiRpZCI6IjQwIiwiRm9udFNpemUiOjEwLCJGb250TmFtZSI6IkFyaWFsIiwiSXNCb2xkIjp0cnVlLCJJc0l0YWxpYyI6ZmFsc2UsIklzVW5kZXJsaW5lZCI6ZmFsc2UsIlBhcmVudFN0eWxlIjpudWxsfSwiQXV0b1NpemUiOjAsIkZvcmVncm91bmQiOnsiJGlkIjoiNDEiLCJDb2xvciI6eyIkaWQiOiI0MiIsIkEiOjI1NSwiUiI6MjU1LCJHIjoyNTUsIkIiOjI1NX19LCJNYXhXaWR0aCI6MTcwLjY5ODI4ODAxMzgyMzE3LCJNYXhIZWlnaHQiOiJJbmZpbml0eSIsIlNtYXJ0Rm9yZWdyb3VuZElzQWN0aXZlIjpmYWxzZSwiSG9yaXpvbnRhbEFsaWdubWVudCI6MSwiVmVydGljYWxBbGlnbm1lbnQiOjAsIlNtYXJ0Rm9yZWdyb3VuZCI6bnVsbCwiQmFja2dyb3VuZEZpbGxUeXBlIjowLCJNYXJnaW4iOnsiJGlkIjoiNDMiLCJUb3AiOjAuMCwiTGVmdCI6MC4wLCJSaWdodCI6MC4wLCJCb3R0b20iOjAuMH0sIlBhZGRpbmciOnsiJGlkIjoiNDQiLCJUb3AiOjAuMCwiTGVmdCI6MC4wLCJSaWdodCI6MC4wLCJCb3R0b20iOjAuMH0sIkJhY2tncm91bmQiOnsiJGlkIjoiNDUiLCJDb2xvciI6eyIkcmVmIjoiMTUifX0sIklzVmlzaWJsZSI6dHJ1ZSwiV2lkdGgiOjAuMCwiSGVpZ2h0IjowLjAsIkJvcmRlclN0eWxlIjp7IiRpZCI6IjQ2IiwiTGluZUNvbG9yIjpudWxsLCJMaW5lV2VpZ2h0IjowLjAsIkxpbmVUeXBlIjowLCJQYXJlbnRTdHlsZSI6bnVsbH0sIlBhcmVudFN0eWxlIjpudWxsfSwiRGF0ZVN0eWxlIjp7IiRpZCI6IjQ3IiwiRm9udFNldHRpbmdzIjp7IiRpZCI6IjQ4IiwiRm9udFNpemUiOjksIkZvbnROYW1lIjoiQXJpYWwiLCJJc0JvbGQiOmZhbHNlLCJJc0l0YWxpYyI6ZmFsc2UsIklzVW5kZXJsaW5lZCI6ZmFsc2UsIlBhcmVudFN0eWxlIjpudWxsfSwiQXV0b1NpemUiOjAsIkZvcmVncm91bmQiOnsiJGlkIjoiNDkiLCJDb2xvciI6eyIkaWQiOiI1MCIsIkEiOjI1NSwiUiI6NjgsIkciOjg0LCJCIjoxMDZ9fSwiTWF4V2lkdGgiOjEyOC4yMTAwNjI1NTIzOTA1OCwiTWF4SGVpZ2h0IjoiSW5maW5pdHkiLCJTbWFydEZvcmVncm91bmRJc0FjdGl2ZSI6ZmFsc2UsIkhvcml6b250YWxBbGlnbm1lbnQiOjAsIlZlcnRpY2FsQWxpZ25tZW50IjowLCJTbWFydEZvcmVncm91bmQiOm51bGwsIkJhY2tncm91bmRGaWxsVHlwZSI6MCwiTWFyZ2luIjp7IiRpZCI6IjUxIiwiVG9wIjowLjAsIkxlZnQiOjAuMCwiUmlnaHQiOjAuMCwiQm90dG9tIjowLjB9LCJQYWRkaW5nIjp7IiRpZCI6IjUyIiwiVG9wIjowLjAsIkxlZnQiOjAuMCwiUmlnaHQiOjAuMCwiQm90dG9tIjowLjB9LCJCYWNrZ3JvdW5kIjp7IiRpZCI6IjUzIiwiQ29sb3IiOnsiJHJlZiI6IjE1In19LCJJc1Zpc2libGUiOnRydWUsIldpZHRoIjowLjAsIkhlaWdodCI6MC4wLCJCb3JkZXJTdHlsZSI6eyIkaWQiOiI1NCIsIkxpbmVDb2xvciI6bnVsbCwiTGluZVdlaWdodCI6MC4wLCJMaW5lVHlwZSI6MCwiUGFyZW50U3R5bGUiOm51bGx9LCJQYXJlbnRTdHlsZSI6bnVsbH0sIkRhdGVGb3JtYXQiOnsiJGlkIjoiNTU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NTYiLCJGb3JtYXQiOjAsIklzVmlzaWJsZSI6ZmFsc2UsIkxhc3RLbm93blZpc2liaWxpdHlTdGF0ZSI6ZmFsc2V9LCJJc1Zpc2libGUiOnRydWUsIlBhcmVudFN0eWxlIjpudWxsfSwiSW5kZXgiOjIsIlNtYXJ0RHVyYXRpb25BY3RpdmF0ZWQiOmZhbHNlLCJEYXRlRm9ybWF0Ijp7IiRyZWYiOiI1NSJ9LCJXZWVrTnVtYmVyaW5nIjp7IiRpZCI6IjU3IiwiRm9ybWF0IjowLCJJc1Zpc2libGUiOmZhbHNlLCJMYXN0S25vd25WaXNpYmlsaXR5U3RhdGUiOmZhbHNlfSwiSWQiOiIyMGQ3MWE0Yi1mODQ3LTRkOWItYTAwOS1mOTEwMTNhODM5YzIiLCJJbXBvcnRJZCI6bnVsbCwiVGl0bGUiOiJTdHJlYW1saW5lIHVzZXIgbWFuYWdlbWVudCIsIk5vdGUiOm51bGwsIkh5cGVybGluayI6eyIkaWQiOiI1OCIsIkFkZHJlc3MiOiIiLCJTdWJBZGRyZXNzIjoiIn0sIklzQ2hhbmdlZCI6ZmFsc2UsIklzTmV3IjpmYWxzZX19XSwiX21pbGVzdG9uZXMiOltdLCJJZCI6IjhkMjk0YzY4LTE3ZmEtNGYyMy04ZWYwLTAxMzE5YmFmZjkzYSIsIklzU2luZ2xlSXRlbVJvdyI6ZmFsc2V9LHsiJGlkIjoiNTkiLCJfdGFza3MiOlt7IiRpZCI6IjYwIiwiX2F0dGFjaGVkTWlsZXN0b25lcyI6W10sIlRhc2tEZWZpbml0aW9uIjp7IiRpZCI6IjYxIiwiR3JvdXBOYW1lIjpudWxsLCJTdGFydERhdGUiOiIyMDI1LTA0LTExVDAwOjAwOjAwWiIsIkVuZERhdGUiOiIyMDI1LTA2LTE1VDIzOjU5OjU5Ljk5OVoiLCJQZXJjZW50YWdlQ29tcGxldGUiOjAuMCwiU3R5bGUiOnsiJGlkIjoiNjIiLCJTaGFwZSI6MSwiU2hhcGVUaGlja25lc3MiOjEsIkR1cmF0aW9uRm9ybWF0IjowLCJJbmNsdWRlTm9uV29ya2luZ0RheXNJbkR1cmF0aW9uIjpmYWxzZSwiUGVyY2VudGFnZUNvbXBsZXRlU3R5bGUiOnsiJGlkIjoiNjMiLCJGb250U2V0dGluZ3MiOnsiJGlkIjoiNjQiLCJGb250U2l6ZSI6OSwiRm9udE5hbWUiOiJBcmlhbCIsIklzQm9sZCI6ZmFsc2UsIklzSXRhbGljIjpmYWxzZSwiSXNVbmRlcmxpbmVkIjpmYWxzZSwiUGFyZW50U3R5bGUiOm51bGx9LCJBdXRvU2l6ZSI6MCwiRm9yZWdyb3VuZCI6eyIkaWQiOiI2NSIsIkNvbG9yIjp7IiRpZCI6IjY2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jciLCJMaW5lQ29sb3IiOm51bGwsIkxpbmVXZWlnaHQiOjAuMCwiTGluZVR5cGUiOjAsIlBhcmVudFN0eWxlIjpudWxsfSwiUGFyZW50U3R5bGUiOm51bGx9LCJEdXJhdGlvblN0eWxlIjp7IiRpZCI6IjY4IiwiRm9udFNldHRpbmdzIjp7IiRpZCI6IjY5IiwiRm9udFNpemUiOjksIkZvbnROYW1lIjoiQXJpYWwiLCJJc0JvbGQiOmZhbHNlLCJJc0l0YWxpYyI6ZmFsc2UsIklzVW5kZXJsaW5lZCI6ZmFsc2UsIlBhcmVudFN0eWxlIjpudWxsfSwiQXV0b1NpemUiOjAsIkZvcmVncm91bmQiOnsiJGlkIjoiNzAiLCJDb2xvciI6eyIkaWQiOiI3MSIsIkEiOjI1NSwiUiI6MjM3LCJHIjoxMjUsIkIiOjQ5fX0sIk1heFdpZHRoIjo5Nj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mZhbHNlLCJXaWR0aCI6MC4wLCJIZWlnaHQiOjAuMCwiQm9yZGVyU3R5bGUiOnsiJGlkIjoiNzIiLCJMaW5lQ29sb3IiOm51bGwsIkxpbmVXZWlnaHQiOjAuMCwiTGluZVR5cGUiOjAsIlBhcmVudFN0eWxlIjpudWxsfSwiUGFyZW50U3R5bGUiOm51bGx9LCJIb3Jpem9udGFsQ29ubmVjdG9yU3R5bGUiOnsiJGlkIjoiNzMiLCJMaW5lQ29sb3IiOnsiJHJlZiI6IjI2In0sIkxpbmVXZWlnaHQiOjEuMCwiTGluZVR5cGUiOjAsIlBhcmVudFN0eWxlIjpudWxsfSwiVmVydGljYWxDb25uZWN0b3JTdHlsZSI6eyIkaWQiOiI3NCIsIkxpbmVDb2xvciI6eyIkcmVmIjoiMjkifSwiTGluZVdlaWdodCI6MS4wLCJMaW5lVHlwZSI6MCwiUGFyZW50U3R5bGUiOm51bGx9LCJNYXJnaW4iOm51bGwsIlN0YXJ0RGF0ZVBvc2l0aW9uIjo0LCJFbmREYXRlUG9zaXRpb24iOjQsIkRhdGVJc1Zpc2libGUiOnRydWUsIlRpdGxlUG9zaXRpb24iOjIsIkR1cmF0aW9uUG9zaXRpb24iOjYsIlBlcmNlbnRhZ2VDb21wbGV0ZWRQb3NpdGlvbiI6NiwiU3BhY2luZyI6MywiSXNCZWxvd1RpbWViYW5kIjp0cnVlLCJQZXJjZW50YWdlQ29tcGxldGVTaGFwZU9wYWNpdHkiOjM1LCJTaGFwZVN0eWxlIjp7IiRpZCI6Ijc1IiwiTWFyZ2luIjp7IiRyZWYiOiIzMiJ9LCJQYWRkaW5nIjp7IiRyZWYiOiIzMyJ9LCJCYWNrZ3JvdW5kIjp7IiRpZCI6Ijc2IiwiQ29sb3IiOnsiJGlkIjoiNzciLCJBIjoyNTUsIlIiOjEyOCwiRyI6MTI4LCJCIjoxMjh9fSwiSXNWaXNpYmxlIjp0cnVlLCJXaWR0aCI6MC4wLCJIZWlnaHQiOjE2LjAsIkJvcmRlclN0eWxlIjp7IiRpZCI6Ijc4IiwiTGluZUNvbG9yIjp7IiRyZWYiOiIzNyJ9LCJMaW5lV2VpZ2h0IjowLjAsIkxpbmVUeXBlIjowLCJQYXJlbnRTdHlsZSI6bnVsbH0sIlBhcmVudFN0eWxlIjpudWxsfSwiVGl0bGVTdHlsZSI6eyIkaWQiOiI3OSIsIkZvbnRTZXR0aW5ncyI6eyIkaWQiOiI4MCIsIkZvbnRTaXplIjoxMCwiRm9udE5hbWUiOiJBcmlhbCIsIklzQm9sZCI6dHJ1ZSwiSXNJdGFsaWMiOmZhbHNlLCJJc1VuZGVybGluZWQiOmZhbHNlLCJQYXJlbnRTdHlsZSI6bnVsbH0sIkF1dG9TaXplIjowLCJGb3JlZ3JvdW5kIjp7IiRpZCI6IjgxIiwiQ29sb3IiOnsiJGlkIjoiODI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gzIiwiTGluZUNvbG9yIjpudWxsLCJMaW5lV2VpZ2h0IjowLjAsIkxpbmVUeXBlIjowLCJQYXJlbnRTdHlsZSI6bnVsbH0sIlBhcmVudFN0eWxlIjpudWxsfSwiRGF0ZVN0eWxlIjp7IiRpZCI6Ijg0IiwiRm9udFNldHRpbmdzIjp7IiRpZCI6Ijg1IiwiRm9udFNpemUiOjksIkZvbnROYW1lIjoiQXJpYWwiLCJJc0JvbGQiOmZhbHNlLCJJc0l0YWxpYyI6ZmFsc2UsIklzVW5kZXJsaW5lZCI6ZmFsc2UsIlBhcmVudFN0eWxlIjpudWxsfSwiQXV0b1NpemUiOjAsIkZvcmVncm91bmQiOnsiJGlkIjoiODYiLCJDb2xvciI6eyIkaWQiOiI4Ny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g4IiwiTGluZUNvbG9yIjpudWxsLCJMaW5lV2VpZ2h0IjowLjAsIkxpbmVUeXBlIjowLCJQYXJlbnRTdHlsZSI6bnVsbH0sIlBhcmVudFN0eWxlIjpudWxsfSwiRGF0ZUZvcm1hdCI6eyIkaWQiOiI4OS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5MCIsIkZvcm1hdCI6MCwiSXNWaXNpYmxlIjpmYWxzZSwiTGFzdEtub3duVmlzaWJpbGl0eVN0YXRlIjpmYWxzZX0sIklzVmlzaWJsZSI6dHJ1ZSwiUGFyZW50U3R5bGUiOm51bGx9LCJJbmRleCI6NCwiU21hcnREdXJhdGlvbkFjdGl2YXRlZCI6ZmFsc2UsIkRhdGVGb3JtYXQiOnsiJHJlZiI6Ijg5In0sIldlZWtOdW1iZXJpbmciOnsiJGlkIjoiOTEiLCJGb3JtYXQiOjAsIklzVmlzaWJsZSI6ZmFsc2UsIkxhc3RLbm93blZpc2liaWxpdHlTdGF0ZSI6ZmFsc2V9LCJJZCI6IjZhZTE4ZTRkLWYxYWMtNDM2Ni1hYWVmLWQwZjIxNzdiMzJmZCIsIkltcG9ydElkIjpudWxsLCJUaXRsZSI6IkFkb3B0aW9uIGNhbXBhaWduIDogR29hbCAxMDAlIiwiTm90ZSI6bnVsbCwiSHlwZXJsaW5rIjp7IiRpZCI6IjkyIiwiQWRkcmVzcyI6IiIsIlN1YkFkZHJlc3MiOiIifSwiSXNDaGFuZ2VkIjpmYWxzZSwiSXNOZXciOmZhbHNlfX1dLCJfbWlsZXN0b25lcyI6W10sIklkIjoiNTU4NjE5ZTgtMmVkNS00NDhkLWI2YWUtODk3MGRmZWZjYWE5IiwiSXNTaW5nbGVJdGVtUm93IjpmYWxzZX0seyIkaWQiOiI5MyIsIl90YXNrcyI6W10sIl9taWxlc3RvbmVzIjpbXSwiSWQiOiI2NGI2MmVmNi01ZDI1LTRkNDMtYmNkYS0wNGRiYzgwNzE0N2UiLCJJc1NpbmdsZUl0ZW1Sb3ciOmZhbHNlfSx7IiRpZCI6Ijk0IiwiX3Rhc2tzIjpbeyIkaWQiOiI5NSIsIl9hdHRhY2hlZE1pbGVzdG9uZXMiOltdLCJUYXNrRGVmaW5pdGlvbiI6eyIkaWQiOiI5NiIsIkdyb3VwTmFtZSI6bnVsbCwiU3RhcnREYXRlIjoiMjAyNS0wNC0xNlQwMDowMDowMFoiLCJFbmREYXRlIjoiMjAyNS0wNi0yM1QyMzo1OTo1OS45OTlaIiwiUGVyY2VudGFnZUNvbXBsZXRlIjowLjAsIlN0eWxlIjp7IiRpZCI6Ijk3IiwiU2hhcGUiOjEsIlNoYXBlVGhpY2tuZXNzIjoxLCJEdXJhdGlvbkZvcm1hdCI6MCwiSW5jbHVkZU5vbldvcmtpbmdEYXlzSW5EdXJhdGlvbiI6ZmFsc2UsIlBlcmNlbnRhZ2VDb21wbGV0ZVN0eWxlIjp7IiRpZCI6Ijk4IiwiRm9udFNldHRpbmdzIjp7IiRpZCI6Ijk5IiwiRm9udFNpemUiOjksIkZvbnROYW1lIjoiQXJpYWwiLCJJc0JvbGQiOmZhbHNlLCJJc0l0YWxpYyI6ZmFsc2UsIklzVW5kZXJsaW5lZCI6ZmFsc2UsIlBhcmVudFN0eWxlIjpudWxsfSwiQXV0b1NpemUiOjAsIkZvcmVncm91bmQiOnsiJGlkIjoiMTAwIiwiQ29sb3IiOnsiJGlkIjoiMTAx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MTAyIiwiTGluZUNvbG9yIjpudWxsLCJMaW5lV2VpZ2h0IjowLjAsIkxpbmVUeXBlIjowLCJQYXJlbnRTdHlsZSI6bnVsbH0sIlBhcmVudFN0eWxlIjpudWxsfSwiRHVyYXRpb25TdHlsZSI6eyIkaWQiOiIxMDMiLCJGb250U2V0dGluZ3MiOnsiJGlkIjoiMTA0IiwiRm9udFNpemUiOjksIkZvbnROYW1lIjoiQXJpYWwiLCJJc0JvbGQiOmZhbHNlLCJJc0l0YWxpYyI6ZmFsc2UsIklzVW5kZXJsaW5lZCI6ZmFsc2UsIlBhcmVudFN0eWxlIjpudWxsfSwiQXV0b1NpemUiOjAsIkZvcmVncm91bmQiOnsiJGlkIjoiMTA1IiwiQ29sb3IiOnsiJGlkIjoiMTA2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xMDciLCJMaW5lQ29sb3IiOm51bGwsIkxpbmVXZWlnaHQiOjAuMCwiTGluZVR5cGUiOjAsIlBhcmVudFN0eWxlIjpudWxsfSwiUGFyZW50U3R5bGUiOm51bGx9LCJIb3Jpem9udGFsQ29ubmVjdG9yU3R5bGUiOnsiJGlkIjoiMTA4IiwiTGluZUNvbG9yIjp7IiRyZWYiOiIyNiJ9LCJMaW5lV2VpZ2h0IjoxLjAsIkxpbmVUeXBlIjowLCJQYXJlbnRTdHlsZSI6bnVsbH0sIlZlcnRpY2FsQ29ubmVjdG9yU3R5bGUiOnsiJGlkIjoiMTA5IiwiTGluZUNvbG9yIjp7IiRyZWYiOiIyOSJ9LCJMaW5lV2VpZ2h0IjoxLjAsIkxpbmVUeXBlIjowLCJQYXJlbnRTdHlsZSI6bnVsbH0sIk1hcmdpbiI6bnVsbCwiU3RhcnREYXRlUG9zaXRpb24iOjMsIkVuZERhdGVQb3NpdGlvbiI6MywiRGF0ZUlzVmlzaWJsZSI6dHJ1ZSwiVGl0bGVQb3NpdGlvbiI6MiwiRHVyYXRpb25Qb3NpdGlvbiI6NiwiUGVyY2VudGFnZUNvbXBsZXRlZFBvc2l0aW9uIjo2LCJTcGFjaW5nIjozLCJJc0JlbG93VGltZWJhbmQiOnRydWUsIlBlcmNlbnRhZ2VDb21wbGV0ZVNoYXBlT3BhY2l0eSI6MzUsIlNoYXBlU3R5bGUiOnsiJGlkIjoiMTEwIiwiTWFyZ2luIjp7IiRyZWYiOiIzMiJ9LCJQYWRkaW5nIjp7IiRyZWYiOiIzMyJ9LCJCYWNrZ3JvdW5kIjp7IiRpZCI6IjExMSIsIkNvbG9yIjp7IiRpZCI6IjExMiIsIkEiOjI1NSwiUiI6MTI4LCJHIjoxMjgsIkIiOjEyOH19LCJJc1Zpc2libGUiOnRydWUsIldpZHRoIjowLjAsIkhlaWdodCI6MTYuMCwiQm9yZGVyU3R5bGUiOnsiJGlkIjoiMTEzIiwiTGluZUNvbG9yIjp7IiRyZWYiOiIzNyJ9LCJMaW5lV2VpZ2h0IjowLjAsIkxpbmVUeXBlIjowLCJQYXJlbnRTdHlsZSI6bnVsbH0sIlBhcmVudFN0eWxlIjpudWxsfSwiVGl0bGVTdHlsZSI6eyIkaWQiOiIxMTQiLCJGb250U2V0dGluZ3MiOnsiJGlkIjoiMTE1IiwiRm9udFNpemUiOjEwLCJGb250TmFtZSI6IkFyaWFsIiwiSXNCb2xkIjp0cnVlLCJJc0l0YWxpYyI6ZmFsc2UsIklzVW5kZXJsaW5lZCI6ZmFsc2UsIlBhcmVudFN0eWxlIjpudWxsfSwiQXV0b1NpemUiOjAsIkZvcmVncm91bmQiOnsiJGlkIjoiMTE2IiwiQ29sb3IiOnsiJGlkIjoiMTE3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xMTgiLCJMaW5lQ29sb3IiOm51bGwsIkxpbmVXZWlnaHQiOjAuMCwiTGluZVR5cGUiOjAsIlBhcmVudFN0eWxlIjpudWxsfSwiUGFyZW50U3R5bGUiOm51bGx9LCJEYXRlU3R5bGUiOnsiJGlkIjoiMTE5IiwiRm9udFNldHRpbmdzIjp7IiRpZCI6IjEyMCIsIkZvbnRTaXplIjo5LCJGb250TmFtZSI6IkFyaWFsIiwiSXNCb2xkIjpmYWxzZSwiSXNJdGFsaWMiOmZhbHNlLCJJc1VuZGVybGluZWQiOmZhbHNlLCJQYXJlbnRTdHlsZSI6bnVsbH0sIkF1dG9TaXplIjowLCJGb3JlZ3JvdW5kIjp7IiRpZCI6IjEyMSIsIkNvbG9yIjp7IiRpZCI6IjEyMi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EyMyIsIkxpbmVDb2xvciI6bnVsbCwiTGluZVdlaWdodCI6MC4wLCJMaW5lVHlwZSI6MCwiUGFyZW50U3R5bGUiOm51bGx9LCJQYXJlbnRTdHlsZSI6bnVsbH0sIkRhdGVGb3JtYXQiOnsiJGlkIjoiMTI0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EyNSIsIkZvcm1hdCI6MCwiSXNWaXNpYmxlIjpmYWxzZSwiTGFzdEtub3duVmlzaWJpbGl0eVN0YXRlIjpmYWxzZX0sIklzVmlzaWJsZSI6dHJ1ZSwiUGFyZW50U3R5bGUiOm51bGx9LCJJbmRleCI6MywiU21hcnREdXJhdGlvbkFjdGl2YXRlZCI6ZmFsc2UsIkRhdGVGb3JtYXQiOnsiJHJlZiI6IjEyNCJ9LCJXZWVrTnVtYmVyaW5nIjp7IiRpZCI6IjEyNiIsIkZvcm1hdCI6MCwiSXNWaXNpYmxlIjpmYWxzZSwiTGFzdEtub3duVmlzaWJpbGl0eVN0YXRlIjpmYWxzZX0sIklkIjoiY2NlOGRkNWYtZWQxYS00NDBhLTg3Y2MtZTdhYmU1Y2U0Y2NkIiwiSW1wb3J0SWQiOm51bGwsIlRpdGxlIjoiQ29kZWl1bSBtdWx0aSBtb2RlbCBzdXBwb3J0IiwiTm90ZSI6bnVsbCwiSHlwZXJsaW5rIjp7IiRpZCI6IjEyNyIsIkFkZHJlc3MiOiIiLCJTdWJBZGRyZXNzIjoiIn0sIklzQ2hhbmdlZCI6ZmFsc2UsIklzTmV3IjpmYWxzZX19XSwiX21pbGVzdG9uZXMiOltdLCJJZCI6IjliYzZmYjc4LWU1YjUtNDI4OS05NjBmLTNiNDVkNjljYWM4MyIsIklzU2luZ2xlSXRlbVJvdyI6ZmFsc2V9LHsiJGlkIjoiMTI4IiwiX3Rhc2tzIjpbeyIkaWQiOiIxMjkiLCJfYXR0YWNoZWRNaWxlc3RvbmVzIjpbXSwiVGFza0RlZmluaXRpb24iOnsiJGlkIjoiMTMwIiwiR3JvdXBOYW1lIjpudWxsLCJTdGFydERhdGUiOiIyMDI1LTA0LTAxVDAwOjAwOjAwWiIsIkVuZERhdGUiOiIyMDI1LTA2LTE5VDIzOjU5OjU5Ljk5OVoiLCJQZXJjZW50YWdlQ29tcGxldGUiOjAuMCwiU3R5bGUiOnsiJGlkIjoiMTMxIiwiU2hhcGUiOjAsIlNoYXBlVGhpY2tuZXNzIjoxLCJEdXJhdGlvbkZvcm1hdCI6MCwiSW5jbHVkZU5vbldvcmtpbmdEYXlzSW5EdXJhdGlvbiI6ZmFsc2UsIlBlcmNlbnRhZ2VDb21wbGV0ZVN0eWxlIjp7IiRpZCI6IjEzMiIsIkZvbnRTZXR0aW5ncyI6eyIkaWQiOiIxMzMiLCJGb250U2l6ZSI6OSwiRm9udE5hbWUiOiJBcmlhbCIsIklzQm9sZCI6ZmFsc2UsIklzSXRhbGljIjpmYWxzZSwiSXNVbmRlcmxpbmVkIjpmYWxzZSwiUGFyZW50U3R5bGUiOm51bGx9LCJBdXRvU2l6ZSI6MCwiRm9yZWdyb3VuZCI6eyIkaWQiOiIxMzQiLCJDb2xvciI6eyIkaWQiOiIxMzUiLCJBIjoyNTUsIlIiOjE5MSwiRyI6MTkxLCJCIjoxOTF9fSwiTWF4V2lkdGgiOjk2MC4wLCJNYXhIZWlnaHQiOiJJbmZpbml0eSIsIlNtYXJ0Rm9yZWdyb3VuZElzQWN0aXZlIjpmYWxzZSwiSG9yaXpvbnRhbEFsaWdubWVudCI6MSwiVmVydGljYWxBbGlnbm1lbnQiOjAsIlNtYXJ0Rm9yZWdyb3VuZCI6bnVsbCwiQmFja2dyb3VuZEZpbGxUeXBlIjowLCJNYXJnaW4iOnsiJHJlZiI6IjEyIn0sIlBhZGRpbmciOnsiJHJlZiI6IjEzIn0sIkJhY2tncm91bmQiOnsiJHJlZiI6IjE0In0sIklzVmlzaWJsZSI6ZmFsc2UsIldpZHRoIjowLjAsIkhlaWdodCI6MC4wLCJCb3JkZXJTdHlsZSI6eyIkaWQiOiIxMzYiLCJMaW5lQ29sb3IiOm51bGwsIkxpbmVXZWlnaHQiOjAuMCwiTGluZVR5cGUiOjAsIlBhcmVudFN0eWxlIjpudWxsfSwiUGFyZW50U3R5bGUiOm51bGx9LCJEdXJhdGlvblN0eWxlIjp7IiRpZCI6IjEzNyIsIkZvbnRTZXR0aW5ncyI6eyIkaWQiOiIxMzgiLCJGb250U2l6ZSI6OSwiRm9udE5hbWUiOiJBcmlhbCIsIklzQm9sZCI6ZmFsc2UsIklzSXRhbGljIjpmYWxzZSwiSXNVbmRlcmxpbmVkIjpmYWxzZSwiUGFyZW50U3R5bGUiOm51bGx9LCJBdXRvU2l6ZSI6MCwiRm9yZWdyb3VuZCI6eyIkaWQiOiIxMzkiLCJDb2xvciI6eyIkaWQiOiIxNDAiLCJBIjoyNTUsIlIiOjIzNywiRyI6MTI1LCJCIjo0OX19LCJNYXhXaWR0aCI6OTY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mYWxzZSwiV2lkdGgiOjAuMCwiSGVpZ2h0IjowLjAsIkJvcmRlclN0eWxlIjp7IiRpZCI6IjE0MSIsIkxpbmVDb2xvciI6bnVsbCwiTGluZVdlaWdodCI6MC4wLCJMaW5lVHlwZSI6MCwiUGFyZW50U3R5bGUiOm51bGx9LCJQYXJlbnRTdHlsZSI6bnVsbH0sIkhvcml6b250YWxDb25uZWN0b3JTdHlsZSI6eyIkaWQiOiIxNDIiLCJMaW5lQ29sb3IiOnsiJHJlZiI6IjI2In0sIkxpbmVXZWlnaHQiOjEuMCwiTGluZVR5cGUiOjAsIlBhcmVudFN0eWxlIjpudWxsfSwiVmVydGljYWxDb25uZWN0b3JTdHlsZSI6eyIkaWQiOiIxNDMiLCJMaW5lQ29sb3IiOnsiJHJlZiI6IjI5In0sIkxpbmVXZWlnaHQiOjEuMCwiTGluZVR5cGUiOjAsIlBhcmVudFN0eWxlIjpudWxsfSwiTWFyZ2luIjpudWxsLCJTdGFydERhdGVQb3NpdGlvbiI6MywiRW5kRGF0ZVBvc2l0aW9uIjozLCJEYXRlSXNWaXNpYmxlIjp0cnVlLCJUaXRsZVBvc2l0aW9uIjoyLCJEdXJhdGlvblBvc2l0aW9uIjo2LCJQZXJjZW50YWdlQ29tcGxldGVkUG9zaXRpb24iOjYsIlNwYWNpbmciOjMsIklzQmVsb3dUaW1lYmFuZCI6dHJ1ZSwiUGVyY2VudGFnZUNvbXBsZXRlU2hhcGVPcGFjaXR5IjozNSwiU2hhcGVTdHlsZSI6eyIkaWQiOiIxNDQiLCJNYXJnaW4iOnsiJHJlZiI6IjMyIn0sIlBhZGRpbmciOnsiJHJlZiI6IjMzIn0sIkJhY2tncm91bmQiOnsiJGlkIjoiMTQ1IiwiQ29sb3IiOnsiJGlkIjoiMTQ2IiwiQSI6MjU1LCJSIjoxMDksIkciOjEwOSwiQiI6MTA5fX0sIklzVmlzaWJsZSI6dHJ1ZSwiV2lkdGgiOjAuMCwiSGVpZ2h0IjoxNi4wLCJCb3JkZXJTdHlsZSI6eyIkaWQiOiIxNDciLCJMaW5lQ29sb3IiOnsiJHJlZiI6IjM3In0sIkxpbmVXZWlnaHQiOjAuMCwiTGluZVR5cGUiOjAsIlBhcmVudFN0eWxlIjpudWxsfSwiUGFyZW50U3R5bGUiOm51bGx9LCJUaXRsZVN0eWxlIjp7IiRpZCI6IjE0OCIsIkZvbnRTZXR0aW5ncyI6eyIkaWQiOiIxNDkiLCJGb250U2l6ZSI6MTAsIkZvbnROYW1lIjoiQXJpYWwiLCJJc0JvbGQiOnRydWUsIklzSXRhbGljIjpmYWxzZSwiSXNVbmRlcmxpbmVkIjpmYWxzZSwiUGFyZW50U3R5bGUiOm51bGx9LCJBdXRvU2l6ZSI6MCwiRm9yZWdyb3VuZCI6eyIkaWQiOiIxNTAiLCJDb2xvciI6eyIkaWQiOiIxNTE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E1MiIsIkxpbmVDb2xvciI6bnVsbCwiTGluZVdlaWdodCI6MC4wLCJMaW5lVHlwZSI6MCwiUGFyZW50U3R5bGUiOm51bGx9LCJQYXJlbnRTdHlsZSI6bnVsbH0sIkRhdGVTdHlsZSI6eyIkaWQiOiIxNTMiLCJGb250U2V0dGluZ3MiOnsiJGlkIjoiMTU0IiwiRm9udFNpemUiOjEwLCJGb250TmFtZSI6IkFyaWFsIiwiSXNCb2xkIjpmYWxzZSwiSXNJdGFsaWMiOmZhbHNlLCJJc1VuZGVybGluZWQiOmZhbHNlLCJQYXJlbnRTdHlsZSI6bnVsbH0sIkF1dG9TaXplIjowLCJGb3JlZ3JvdW5kIjp7IiRpZCI6IjE1NSIsIkNvbG9yIjp7IiRpZCI6IjE1Ni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E1NyIsIkxpbmVDb2xvciI6bnVsbCwiTGluZVdlaWdodCI6MC4wLCJMaW5lVHlwZSI6MCwiUGFyZW50U3R5bGUiOm51bGx9LCJQYXJlbnRTdHlsZSI6bnVsbH0sIkRhdGVGb3JtYXQiOnsiJGlkIjoiMTU4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E1OSIsIkZvcm1hdCI6MCwiSXNWaXNpYmxlIjpmYWxzZSwiTGFzdEtub3duVmlzaWJpbGl0eVN0YXRlIjpmYWxzZX0sIklzVmlzaWJsZSI6dHJ1ZSwiUGFyZW50U3R5bGUiOm51bGx9LCJJbmRleCI6NSwiU21hcnREdXJhdGlvbkFjdGl2YXRlZCI6ZmFsc2UsIkRhdGVGb3JtYXQiOnsiJHJlZiI6IjE1OCJ9LCJXZWVrTnVtYmVyaW5nIjp7IiRpZCI6IjE2MCIsIkZvcm1hdCI6MCwiSXNWaXNpYmxlIjpmYWxzZSwiTGFzdEtub3duVmlzaWJpbGl0eVN0YXRlIjpmYWxzZX0sIklkIjoiZmE0OTE2NWItMzBlNi00MmVkLTg4NDMtZDkyNjllODFmN2Q1IiwiSW1wb3J0SWQiOm51bGwsIlRpdGxlIjoiQ29udHJhY3QgdGVzdGluZyBlbmFibGVtZW50IGZvciAyMCwwMDAgcHJvZHVjdGlvbiByZXBvcyIsIk5vdGUiOm51bGwsIkh5cGVybGluayI6eyIkaWQiOiIxNjEiLCJBZGRyZXNzIjoiIiwiU3ViQWRkcmVzcyI6IiJ9LCJJc0NoYW5nZWQiOmZhbHNlLCJJc05ldyI6ZmFsc2V9fV0sIl9taWxlc3RvbmVzIjpbXSwiSWQiOiIwNzE2NjY2MC02ZDliLTQzZjMtYjlkNC0wY2M5Njk1Mzk4MWIiLCJJc1NpbmdsZUl0ZW1Sb3ciOmZhbHNlfV0sIkluZGV4IjowLCJJZCI6IjRkOTNkMmQ4LTgxYzctNDA5MC1hNGEyLTNiMjRhZmJkYWVkMSIsIkhlYWRlclRleHQiOm51bGwsIklzRGVmYXVsdCI6dHJ1ZSwiU3R5bGUiOnsiJGlkIjoiMTYyIiwiSGVhZGVyU3R5bGUiOnsiJGlkIjoiMTYzIiwiVGV4dFN0eWxlIjp7IiRpZCI6IjE2NCIsIkZvbnRTZXR0aW5ncyI6eyIkaWQiOiIxNjUiLCJGb250U2l6ZSI6MTEsIkZvbnROYW1lIjoiQ2FsaWJyaSIsIklzQm9sZCI6ZmFsc2UsIklzSXRhbGljIjpmYWxzZSwiSXNVbmRlcmxpbmVkIjpmYWxzZSwiUGFyZW50U3R5bGUiOm51bGx9LCJBdXRvU2l6ZSI6MiwiRm9yZWdyb3VuZCI6eyIkaWQiOiIxNjYiLCJDb2xvciI6eyIkaWQiOiIxNjc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xNjgiLCJUb3AiOjAuMCwiTGVmdCI6MC4wLCJSaWdodCI6MC4wLCJCb3R0b20iOjAuMH0sIlBhZGRpbmciOnsiJGlkIjoiMTY5IiwiVG9wIjowLjAsIkxlZnQiOjAuMCwiUmlnaHQiOjAuMCwiQm90dG9tIjowLjB9LCJCYWNrZ3JvdW5kIjpudWxsLCJJc1Zpc2libGUiOnRydWUsIldpZHRoIjowLjAsIkhlaWdodCI6MC4wLCJCb3JkZXJTdHlsZSI6bnVsbCwiUGFyZW50U3R5bGUiOm51bGx9LCJSZWN0YW5nbGVTdHlsZSI6eyIkaWQiOiIxNzAiLCJNYXJnaW4iOnsiJGlkIjoiMTcxIiwiVG9wIjowLjAsIkxlZnQiOjAuMCwiUmlnaHQiOjAuMCwiQm90dG9tIjowLjB9LCJQYWRkaW5nIjp7IiRpZCI6IjE3MiIsIlRvcCI6MC4wLCJMZWZ0IjowLjAsIlJpZ2h0IjowLjAsIkJvdHRvbSI6MC4wfSwiQmFja2dyb3VuZCI6eyIkaWQiOiIxNzMiLCJDb2xvciI6eyIkaWQiOiIxNzQiLCJBIjo2MywiUiI6MTEyLCJHIjoxNzMsIkIiOjcxfX0sIklzVmlzaWJsZSI6dHJ1ZSwiV2lkdGgiOjAuMCwiSGVpZ2h0IjowLjAsIkJvcmRlclN0eWxlIjp7IiRpZCI6IjE3NSIsIkxpbmVDb2xvciI6eyIkaWQiOiIxNzYiLCIkdHlwZSI6Ik5MUkUuQ29tbW9uLkRvbS5Tb2xpZENvbG9yQnJ1c2gsIE5MUkUuQ29tbW9uIiwiQ29sb3IiOnsiJGlkIjoiMTc3IiwiQSI6MjU1LCJSIjoyNTUsIkciOjAsIkIiOjB9fSwiTGluZVdlaWdodCI6MC4wLCJMaW5lVHlwZSI6MCwiUGFyZW50U3R5bGUiOm51bGx9LCJQYXJlbnRTdHlsZSI6bnVsbH0sIk1hcmdpbiI6eyIkaWQiOiIxNzgiLCJUb3AiOjAuMCwiTGVmdCI6MC4wLCJSaWdodCI6MC4wLCJCb3R0b20iOjAuMH0sIlBhZGRpbmciOnsiJGlkIjoiMTc5IiwiVG9wIjowLjAsIkxlZnQiOjAuMCwiUmlnaHQiOjAuMCwiQm90dG9tIjowLjB9LCJCYWNrZ3JvdW5kIjpudWxsLCJJc1Zpc2libGUiOnRydWUsIldpZHRoIjowLjAsIkhlaWdodCI6MC4wLCJCb3JkZXJTdHlsZSI6bnVsbCwiUGFyZW50U3R5bGUiOm51bGx9LCJCYWNrZ3JvdW5kU3R5bGUiOnsiJGlkIjoiMTgwIiwiTWFyZ2luIjp7IiRpZCI6IjE4MSIsIlRvcCI6MC4wLCJMZWZ0IjowLjAsIlJpZ2h0IjowLjAsIkJvdHRvbSI6MC4wfSwiUGFkZGluZyI6eyIkaWQiOiIxODIiLCJUb3AiOjAuMCwiTGVmdCI6MC4wLCJSaWdodCI6MC4wLCJCb3R0b20iOjAuMH0sIkJhY2tncm91bmQiOnsiJGlkIjoiMTgzIiwiQ29sb3IiOnsiJGlkIjoiMTg0IiwiQSI6NTEsIlIiOjE1NSwiRyI6MTg3LCJCIjo4OX19LCJJc1Zpc2libGUiOnRydWUsIldpZHRoIjowLjAsIkhlaWdodCI6MC4wLCJCb3JkZXJTdHlsZSI6eyIkaWQiOiIxODUiLCJMaW5lQ29sb3IiOnsiJGlkIjoiMTg2IiwiJHR5cGUiOiJOTFJFLkNvbW1vbi5Eb20uU29saWRDb2xvckJydXNoLCBOTFJFLkNvbW1vbiIsIkNvbG9yIjp7IiRpZCI6IjE4NyIsIkEiOjI1NSwiUiI6MjU1LCJHIjowLCJCIjowfX0sIkxpbmVXZWlnaHQiOjAuMCwiTGluZVR5cGUiOjAsIlBhcmVudFN0eWxlIjpudWxsfSwiUGFyZW50U3R5bGUiOm51bGx9LCJNYXJnaW4iOnsiJGlkIjoiMTg4IiwiVG9wIjowLjAsIkxlZnQiOjAuMCwiUmlnaHQiOjAuMCwiQm90dG9tIjowLjB9LCJQYWRkaW5nIjp7IiRpZCI6IjE4OSIsIlRvcCI6MC4wLCJMZWZ0IjowLjAsIlJpZ2h0IjowLjAsIkJvdHRvbSI6MC4wfSwiSXNWaXNpYmxlIjp0cnVlLCJXaWR0aCI6MC4wLCJIZWlnaHQiOjAuMCwiQm9yZGVyU3R5bGUiOm51bGwsIlBhcmVudFN0eWxlIjpudWxsfX1dLCJJZCI6IjM3ODgzMGQ3LWEwN2MtNGZkYi1iNmQ4LTE5YmJhZmRiMWQ4NSIsIkluZGV4IjoxLCJIZWFkZXJUZXh0IjoiR2VuIDEgKEdpdEh1YiBDb3BpbG90IGFuZCBDb2RlaXVtKSIsIlN0eWxlIjp7IiRpZCI6IjE5MCIsIkhlYWRlclN0eWxlIjp7IiRpZCI6IjE5MSIsIlRleHRJc1ZlcnRpY2FsIjpmYWxzZSwiVGV4dFN0eWxlIjp7IiRpZCI6IjE5MiIsIkZvbnRTZXR0aW5ncyI6eyIkaWQiOiIxOTMiLCJGb250U2l6ZSI6MTEsIkZvbnROYW1lIjoiQXJpYWwiLCJJc0JvbGQiOnRydWUsIklzSXRhbGljIjp0cnVlLCJJc1VuZGVybGluZWQiOmZhbHNlLCJQYXJlbnRTdHlsZSI6bnVsbH0sIkF1dG9TaXplIjoyLCJGb3JlZ3JvdW5kIjp7IiRpZCI6IjE5NCIsIkNvbG9yIjp7IiRpZCI6IjE5N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5NiIsIlRvcCI6MC4wLCJMZWZ0IjowLjAsIlJpZ2h0IjowLjAsIkJvdHRvbSI6MC4wfSwiUGFkZGluZyI6eyIkaWQiOiIxOTciLCJUb3AiOjAuMCwiTGVmdCI6MC4wLCJSaWdodCI6MC4wLCJCb3R0b20iOjAuMH0sIkJhY2tncm91bmQiOm51bGwsIklzVmlzaWJsZSI6dHJ1ZSwiV2lkdGgiOjAuMCwiSGVpZ2h0IjowLjAsIkJvcmRlclN0eWxlIjpudWxsLCJQYXJlbnRTdHlsZSI6bnVsbH0sIlJlY3RhbmdsZVN0eWxlIjp7IiRpZCI6IjE5OCIsIk1hcmdpbiI6eyIkaWQiOiIxOTkiLCJUb3AiOjAuMCwiTGVmdCI6MC4wLCJSaWdodCI6MC4wLCJCb3R0b20iOjAuMH0sIlBhZGRpbmciOnsiJGlkIjoiMjAwIiwiVG9wIjowLjAsIkxlZnQiOjAuMCwiUmlnaHQiOjAuMCwiQm90dG9tIjowLjB9LCJCYWNrZ3JvdW5kIjp7IiRpZCI6IjIwMSIsIkNvbG9yIjp7IiRpZCI6IjIwMiIsIkEiOjI1NSwiUiI6MTI3LCJHIjoxMjcsIkIiOjEyN319LCJJc1Zpc2libGUiOnRydWUsIldpZHRoIjowLjAsIkhlaWdodCI6MC4wLCJCb3JkZXJTdHlsZSI6eyIkaWQiOiIyMDMiLCJMaW5lQ29sb3IiOnsiJGlkIjoiMjA0IiwiJHR5cGUiOiJOTFJFLkNvbW1vbi5Eb20uU29saWRDb2xvckJydXNoLCBOTFJFLkNvbW1vbiIsIkNvbG9yIjp7IiRpZCI6IjIwNSIsIkEiOjI1NSwiUiI6MjU1LCJHIjowLCJCIjowfX0sIkxpbmVXZWlnaHQiOjAuMCwiTGluZVR5cGUiOjAsIlBhcmVudFN0eWxlIjpudWxsfSwiUGFyZW50U3R5bGUiOm51bGx9LCJNYXJnaW4iOnsiJGlkIjoiMjA2IiwiVG9wIjowLjAsIkxlZnQiOjAuMCwiUmlnaHQiOjAuMCwiQm90dG9tIjowLjB9LCJQYWRkaW5nIjp7IiRpZCI6IjIwNyIsIlRvcCI6MC4wLCJMZWZ0IjowLjAsIlJpZ2h0IjowLjAsIkJvdHRvbSI6MC4wfSwiQmFja2dyb3VuZCI6bnVsbCwiSXNWaXNpYmxlIjp0cnVlLCJXaWR0aCI6MC4wLCJIZWlnaHQiOjAuMCwiQm9yZGVyU3R5bGUiOm51bGwsIlBhcmVudFN0eWxlIjpudWxsfSwiQmFja2dyb3VuZFN0eWxlIjp7IiRpZCI6IjIwOCIsIk1hcmdpbiI6eyIkaWQiOiIyMDkiLCJUb3AiOjAuMCwiTGVmdCI6MC4wLCJSaWdodCI6MC4wLCJCb3R0b20iOjAuMH0sIlBhZGRpbmciOnsiJGlkIjoiMjEwIiwiVG9wIjowLjAsIkxlZnQiOjAuMCwiUmlnaHQiOjAuMCwiQm90dG9tIjowLjB9LCJCYWNrZ3JvdW5kIjp7IiRpZCI6IjIxMSIsIkNvbG9yIjp7IiRpZCI6IjIxMiIsIkEiOjUxLCJSIjoxNjUsIkciOjE2NSwiQiI6MTY1fX0sIklzVmlzaWJsZSI6dHJ1ZSwiV2lkdGgiOjAuMCwiSGVpZ2h0IjowLjAsIkJvcmRlclN0eWxlIjp7IiRpZCI6IjIxMyIsIkxpbmVDb2xvciI6eyIkaWQiOiIyMTQiLCIkdHlwZSI6Ik5MUkUuQ29tbW9uLkRvbS5Tb2xpZENvbG9yQnJ1c2gsIE5MUkUuQ29tbW9uIiwiQ29sb3IiOnsiJGlkIjoiMjE1IiwiQSI6MjU1LCJSIjoyNTUsIkciOjAsIkIiOjB9fSwiTGluZVdlaWdodCI6MC4wLCJMaW5lVHlwZSI6MCwiUGFyZW50U3R5bGUiOm51bGx9LCJQYXJlbnRTdHlsZSI6bnVsbH0sIklzQWJvdmVUaW1lYmFuZCI6ZmFsc2UsIk1hcmdpbiI6eyIkaWQiOiIyMTYiLCJUb3AiOjAuMCwiTGVmdCI6MC4wLCJSaWdodCI6MC4wLCJCb3R0b20iOjAuMH0sIlBhZGRpbmciOnsiJGlkIjoiMjE3IiwiVG9wIjowLjAsIkxlZnQiOjAuMCwiUmlnaHQiOjAuMCwiQm90dG9tIjowLjB9LCJJc1Zpc2libGUiOnRydWUsIldpZHRoIjowLjAsIkhlaWdodCI6MC4wLCJCb3JkZXJTdHlsZSI6eyIkaWQiOiIyMTgiLCJMaW5lQ29sb3IiOm51bGwsIkxpbmVXZWlnaHQiOjAuMCwiTGluZVR5cGUiOjAsIlBhcmVudFN0eWxlIjpudWxsfSwiUGFyZW50U3R5bGUiOm51bGx9fSx7IiRpZCI6IjIxOSIsIl9hY3Rpdml0aWVzIjpbeyIkaWQiOiIyMjAiLCJfcm93cyI6W3siJGlkIjoiMjIxIiwiX3Rhc2tzIjpbeyIkaWQiOiIyMjIiLCJfYXR0YWNoZWRNaWxlc3RvbmVzIjpbXSwiVGFza0RlZmluaXRpb24iOnsiJGlkIjoiMjIzIiwiR3JvdXBOYW1lIjpudWxsLCJTdGFydERhdGUiOiIyMDI1LTAzLTAxVDAwOjAwOjAwWiIsIkVuZERhdGUiOiIyMDI1LTA2LTAyVDIzOjU5OjU5Ljk5OVoiLCJQZXJjZW50YWdlQ29tcGxldGUiOjAuMCwiU3R5bGUiOnsiJGlkIjoiMjI0IiwiU2hhcGUiOjEsIlNoYXBlVGhpY2tuZXNzIjoxLCJEdXJhdGlvbkZvcm1hdCI6MCwiSW5jbHVkZU5vbldvcmtpbmdEYXlzSW5EdXJhdGlvbiI6ZmFsc2UsIlBlcmNlbnRhZ2VDb21wbGV0ZVN0eWxlIjp7IiRpZCI6IjIyNSIsIkZvbnRTZXR0aW5ncyI6eyIkaWQiOiIyMjYiLCJGb250U2l6ZSI6OSwiRm9udE5hbWUiOiJBcmlhbCIsIklzQm9sZCI6ZmFsc2UsIklzSXRhbGljIjpmYWxzZSwiSXNVbmRlcmxpbmVkIjpmYWxzZSwiUGFyZW50U3R5bGUiOm51bGx9LCJBdXRvU2l6ZSI6MCwiRm9yZWdyb3VuZCI6eyIkaWQiOiIyMjciLCJDb2xvciI6eyIkaWQiOiIyMjgiLCJBIjoyNTUsIlIiOjE5MSwiRyI6MTkxLCJCIjoxOTF9fSwiTWF4V2lkdGgiOjk2MC4wLCJNYXhIZWlnaHQiOiJJbmZpbml0eSIsIlNtYXJ0Rm9yZWdyb3VuZElzQWN0aXZlIjpmYWxzZSwiSG9yaXpvbnRhbEFsaWdubWVudCI6MSwiVmVydGljYWxBbGlnbm1lbnQiOjAsIlNtYXJ0Rm9yZWdyb3VuZCI6bnVsbCwiQmFja2dyb3VuZEZpbGxUeXBlIjowLCJNYXJnaW4iOnsiJHJlZiI6IjEyIn0sIlBhZGRpbmciOnsiJHJlZiI6IjEzIn0sIkJhY2tncm91bmQiOnsiJHJlZiI6IjE0In0sIklzVmlzaWJsZSI6ZmFsc2UsIldpZHRoIjowLjAsIkhlaWdodCI6MC4wLCJCb3JkZXJTdHlsZSI6eyIkaWQiOiIyMjkiLCJMaW5lQ29sb3IiOm51bGwsIkxpbmVXZWlnaHQiOjAuMCwiTGluZVR5cGUiOjAsIlBhcmVudFN0eWxlIjpudWxsfSwiUGFyZW50U3R5bGUiOm51bGx9LCJEdXJhdGlvblN0eWxlIjp7IiRpZCI6IjIzMCIsIkZvbnRTZXR0aW5ncyI6eyIkaWQiOiIyMzEiLCJGb250U2l6ZSI6OSwiRm9udE5hbWUiOiJBcmlhbCIsIklzQm9sZCI6ZmFsc2UsIklzSXRhbGljIjpmYWxzZSwiSXNVbmRlcmxpbmVkIjpmYWxzZSwiUGFyZW50U3R5bGUiOm51bGx9LCJBdXRvU2l6ZSI6MCwiRm9yZWdyb3VuZCI6eyIkaWQiOiIyMzIiLCJDb2xvciI6eyIkaWQiOiIyMzMiLCJBIjoyNTUsIlIiOjIzNywiRyI6MTI1LCJCIjo0OX19LCJNYXhXaWR0aCI6OTY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mYWxzZSwiV2lkdGgiOjAuMCwiSGVpZ2h0IjowLjAsIkJvcmRlclN0eWxlIjp7IiRpZCI6IjIzNCIsIkxpbmVDb2xvciI6bnVsbCwiTGluZVdlaWdodCI6MC4wLCJMaW5lVHlwZSI6MCwiUGFyZW50U3R5bGUiOm51bGx9LCJQYXJlbnRTdHlsZSI6bnVsbH0sIkhvcml6b250YWxDb25uZWN0b3JTdHlsZSI6eyIkaWQiOiIyMzUiLCJMaW5lQ29sb3IiOnsiJHJlZiI6IjI2In0sIkxpbmVXZWlnaHQiOjEuMCwiTGluZVR5cGUiOjAsIlBhcmVudFN0eWxlIjpudWxsfSwiVmVydGljYWxDb25uZWN0b3JTdHlsZSI6eyIkaWQiOiIyMzYiLCJMaW5lQ29sb3IiOnsiJHJlZiI6IjI5In0sIkxpbmVXZWlnaHQiOjEuMCwiTGluZVR5cGUiOjAsIlBhcmVudFN0eWxlIjpudWxsfSwiTWFyZ2luIjpudWxsLCJTdGFydERhdGVQb3NpdGlvbiI6NCwiRW5kRGF0ZVBvc2l0aW9uIjo0LCJEYXRlSXNWaXNpYmxlIjp0cnVlLCJUaXRsZVBvc2l0aW9uIjoyLCJEdXJhdGlvblBvc2l0aW9uIjo2LCJQZXJjZW50YWdlQ29tcGxldGVkUG9zaXRpb24iOjYsIlNwYWNpbmciOjMsIklzQmVsb3dUaW1lYmFuZCI6dHJ1ZSwiUGVyY2VudGFnZUNvbXBsZXRlU2hhcGVPcGFjaXR5IjozNSwiU2hhcGVTdHlsZSI6eyIkaWQiOiIyMzciLCJNYXJnaW4iOnsiJHJlZiI6IjMyIn0sIlBhZGRpbmciOnsiJHJlZiI6IjMzIn0sIkJhY2tncm91bmQiOnsiJGlkIjoiMjM4IiwiQ29sb3IiOnsiJGlkIjoiMjM5IiwiQSI6MjU1LCJSIjo5MiwiRyI6MTU1LCJCIjoyMTN9fSwiSXNWaXNpYmxlIjp0cnVlLCJXaWR0aCI6MC4wLCJIZWlnaHQiOjE2LjAsIkJvcmRlclN0eWxlIjp7IiRpZCI6IjI0MCIsIkxpbmVDb2xvciI6eyIkcmVmIjoiMzcifSwiTGluZVdlaWdodCI6MC4wLCJMaW5lVHlwZSI6MCwiUGFyZW50U3R5bGUiOm51bGx9LCJQYXJlbnRTdHlsZSI6bnVsbH0sIlRpdGxlU3R5bGUiOnsiJGlkIjoiMjQxIiwiRm9udFNldHRpbmdzIjp7IiRpZCI6IjI0MiIsIkZvbnRTaXplIjoxMCwiRm9udE5hbWUiOiJBcmlhbCIsIklzQm9sZCI6ZmFsc2UsIklzSXRhbGljIjpmYWxzZSwiSXNVbmRlcmxpbmVkIjpmYWxzZSwiUGFyZW50U3R5bGUiOm51bGx9LCJBdXRvU2l6ZSI6MCwiRm9yZWdyb3VuZCI6eyIkaWQiOiIyNDMiLCJDb2xvciI6eyIkaWQiOiIyNDQ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I0NSIsIkxpbmVDb2xvciI6bnVsbCwiTGluZVdlaWdodCI6MC4wLCJMaW5lVHlwZSI6MCwiUGFyZW50U3R5bGUiOm51bGx9LCJQYXJlbnRTdHlsZSI6bnVsbH0sIkRhdGVTdHlsZSI6eyIkaWQiOiIyNDYiLCJGb250U2V0dGluZ3MiOnsiJGlkIjoiMjQ3IiwiRm9udFNpemUiOjksIkZvbnROYW1lIjoiQXJpYWwiLCJJc0JvbGQiOmZhbHNlLCJJc0l0YWxpYyI6ZmFsc2UsIklzVW5kZXJsaW5lZCI6ZmFsc2UsIlBhcmVudFN0eWxlIjpudWxsfSwiQXV0b1NpemUiOjAsIkZvcmVncm91bmQiOnsiJGlkIjoiMjQ4IiwiQ29sb3IiOnsiJGlkIjoiMjQ5IiwiQSI6MjU1LCJSIjo2OCwiRyI6ODQsIkIiOjEwNn19LCJNYXhXaWR0aCI6OTYwLjAsIk1heEhlaWdodCI6IkluZmluaXR5IiwiU21hcnRGb3JlZ3JvdW5kSXNBY3RpdmUiOmZhbHNlLCJIb3Jpem9udGFsQWxpZ25tZW50IjowLCJWZXJ0aWNhbEFsaWdubWVudCI6MCwiU21hcnRGb3JlZ3JvdW5kIjpudWxsLCJCYWNrZ3JvdW5kRmlsbFR5cGUiOjAsIk1hcmdpbiI6eyIkcmVmIjoiNTEifSwiUGFkZGluZyI6eyIkcmVmIjoiNTIifSwiQmFja2dyb3VuZCI6eyIkcmVmIjoiNTMifSwiSXNWaXNpYmxlIjp0cnVlLCJXaWR0aCI6MC4wLCJIZWlnaHQiOjAuMCwiQm9yZGVyU3R5bGUiOnsiJGlkIjoiMjUwIiwiTGluZUNvbG9yIjpudWxsLCJMaW5lV2VpZ2h0IjowLjAsIkxpbmVUeXBlIjowLCJQYXJlbnRTdHlsZSI6bnVsbH0sIlBhcmVudFN0eWxlIjpudWxsfSwiRGF0ZUZvcm1hdCI6eyIkaWQiOiIyNTE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MjUyIiwiRm9ybWF0IjowLCJJc1Zpc2libGUiOmZhbHNlLCJMYXN0S25vd25WaXNpYmlsaXR5U3RhdGUiOmZhbHNlfSwiSXNWaXNpYmxlIjp0cnVlLCJQYXJlbnRTdHlsZSI6bnVsbH0sIkluZGV4IjoyLCJTbWFydER1cmF0aW9uQWN0aXZhdGVkIjpmYWxzZSwiRGF0ZUZvcm1hdCI6eyIkcmVmIjoiMjUxIn0sIldlZWtOdW1iZXJpbmciOnsiJGlkIjoiMjUzIiwiRm9ybWF0IjowLCJJc1Zpc2libGUiOmZhbHNlLCJMYXN0S25vd25WaXNpYmlsaXR5U3RhdGUiOmZhbHNlfSwiSWQiOiIwY2NlZGU4OC1lZTE2LTQ0NWMtYWYzNC01NWYyOTVkNTdiODIiLCJJbXBvcnRJZCI6bnVsbCwiVGl0bGUiOiJOZXR3b3JrIGFuZCBTZWN1cml0eSIsIk5vdGUiOm51bGwsIkh5cGVybGluayI6eyIkaWQiOiIyNTQiLCJBZGRyZXNzIjoiIiwiU3ViQWRkcmVzcyI6IiJ9LCJJc0NoYW5nZWQiOmZhbHNlLCJJc05ldyI6ZmFsc2V9fV0sIl9taWxlc3RvbmVzIjpbXSwiSWQiOiIzZDBlMjQ4MS02NWUwLTRjZDctYWFiYi05NjhmYzliMjJlNTgiLCJJc1NpbmdsZUl0ZW1Sb3ciOmZhbHNlfSx7IiRpZCI6IjI1NSIsIl90YXNrcyI6W3siJGlkIjoiMjU2IiwiX2F0dGFjaGVkTWlsZXN0b25lcyI6W10sIlRhc2tEZWZpbml0aW9uIjp7IiRpZCI6IjI1NyIsIkdyb3VwTmFtZSI6bnVsbCwiU3RhcnREYXRlIjoiMjAyNS0wNC0xNVQwMDowMDowMFoiLCJFbmREYXRlIjoiMjAyNS0wNi0xM1QyMzo1OTo1OS45OTlaIiwiUGVyY2VudGFnZUNvbXBsZXRlIjowLjAsIlN0eWxlIjp7IiRpZCI6IjI1OCIsIlNoYXBlIjo2LCJTaGFwZVRoaWNrbmVzcyI6MSwiRHVyYXRpb25Gb3JtYXQiOjAsIkluY2x1ZGVOb25Xb3JraW5nRGF5c0luRHVyYXRpb24iOmZhbHNlLCJQZXJjZW50YWdlQ29tcGxldGVTdHlsZSI6eyIkaWQiOiIyNTkiLCJGb250U2V0dGluZ3MiOnsiJGlkIjoiMjYwIiwiRm9udFNpemUiOjksIkZvbnROYW1lIjoiQXJpYWwiLCJJc0JvbGQiOmZhbHNlLCJJc0l0YWxpYyI6ZmFsc2UsIklzVW5kZXJsaW5lZCI6ZmFsc2UsIlBhcmVudFN0eWxlIjpudWxsfSwiQXV0b1NpemUiOjAsIkZvcmVncm91bmQiOnsiJGlkIjoiMjYxIiwiQ29sb3IiOnsiJGlkIjoiMjYy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MjYzIiwiTGluZUNvbG9yIjpudWxsLCJMaW5lV2VpZ2h0IjowLjAsIkxpbmVUeXBlIjowLCJQYXJlbnRTdHlsZSI6bnVsbH0sIlBhcmVudFN0eWxlIjpudWxsfSwiRHVyYXRpb25TdHlsZSI6eyIkaWQiOiIyNjQiLCJGb250U2V0dGluZ3MiOnsiJGlkIjoiMjY1IiwiRm9udFNpemUiOjksIkZvbnROYW1lIjoiQXJpYWwiLCJJc0JvbGQiOmZhbHNlLCJJc0l0YWxpYyI6ZmFsc2UsIklzVW5kZXJsaW5lZCI6ZmFsc2UsIlBhcmVudFN0eWxlIjpudWxsfSwiQXV0b1NpemUiOjAsIkZvcmVncm91bmQiOnsiJGlkIjoiMjY2IiwiQ29sb3IiOnsiJGlkIjoiMjY3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yNjgiLCJMaW5lQ29sb3IiOm51bGwsIkxpbmVXZWlnaHQiOjAuMCwiTGluZVR5cGUiOjAsIlBhcmVudFN0eWxlIjpudWxsfSwiUGFyZW50U3R5bGUiOm51bGx9LCJIb3Jpem9udGFsQ29ubmVjdG9yU3R5bGUiOnsiJGlkIjoiMjY5IiwiTGluZUNvbG9yIjp7IiRyZWYiOiIyNiJ9LCJMaW5lV2VpZ2h0IjoxLjAsIkxpbmVUeXBlIjowLCJQYXJlbnRTdHlsZSI6bnVsbH0sIlZlcnRpY2FsQ29ubmVjdG9yU3R5bGUiOnsiJGlkIjoiMjcwIiwiTGluZUNvbG9yIjp7IiRyZWYiOiIyOSJ9LCJMaW5lV2VpZ2h0IjoxLjAsIkxpbmVUeXBlIjowLCJQYXJlbnRTdHlsZSI6bnVsbH0sIk1hcmdpbiI6bnVsbCwiU3RhcnREYXRlUG9zaXRpb24iOjMsIkVuZERhdGVQb3NpdGlvbiI6MywiRGF0ZUlzVmlzaWJsZSI6dHJ1ZSwiVGl0bGVQb3NpdGlvbiI6MiwiRHVyYXRpb25Qb3NpdGlvbiI6NiwiUGVyY2VudGFnZUNvbXBsZXRlZFBvc2l0aW9uIjo2LCJTcGFjaW5nIjozLCJJc0JlbG93VGltZWJhbmQiOnRydWUsIlBlcmNlbnRhZ2VDb21wbGV0ZVNoYXBlT3BhY2l0eSI6MzUsIlNoYXBlU3R5bGUiOnsiJGlkIjoiMjcxIiwiTWFyZ2luIjp7IiRyZWYiOiIzMiJ9LCJQYWRkaW5nIjp7IiRyZWYiOiIzMyJ9LCJCYWNrZ3JvdW5kIjp7IiRpZCI6IjI3MiIsIkNvbG9yIjp7IiRpZCI6IjI3MyIsIkEiOjI1NSwiUiI6OTIsIkciOjE1NSwiQiI6MjEzfX0sIklzVmlzaWJsZSI6dHJ1ZSwiV2lkdGgiOjAuMCwiSGVpZ2h0IjoxNi4wLCJCb3JkZXJTdHlsZSI6eyIkaWQiOiIyNzQiLCJMaW5lQ29sb3IiOnsiJHJlZiI6IjM3In0sIkxpbmVXZWlnaHQiOjAuMCwiTGluZVR5cGUiOjAsIlBhcmVudFN0eWxlIjpudWxsfSwiUGFyZW50U3R5bGUiOm51bGx9LCJUaXRsZVN0eWxlIjp7IiRpZCI6IjI3NSIsIkZvbnRTZXR0aW5ncyI6eyIkaWQiOiIyNzYiLCJGb250U2l6ZSI6MTAsIkZvbnROYW1lIjoiQXJpYWwiLCJJc0JvbGQiOmZhbHNlLCJJc0l0YWxpYyI6ZmFsc2UsIklzVW5kZXJsaW5lZCI6ZmFsc2UsIlBhcmVudFN0eWxlIjpudWxsfSwiQXV0b1NpemUiOjAsIkZvcmVncm91bmQiOnsiJGlkIjoiMjc3IiwiQ29sb3IiOnsiJGlkIjoiMjc4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yNzkiLCJMaW5lQ29sb3IiOm51bGwsIkxpbmVXZWlnaHQiOjAuMCwiTGluZVR5cGUiOjAsIlBhcmVudFN0eWxlIjpudWxsfSwiUGFyZW50U3R5bGUiOm51bGx9LCJEYXRlU3R5bGUiOnsiJGlkIjoiMjgwIiwiRm9udFNldHRpbmdzIjp7IiRpZCI6IjI4MSIsIkZvbnRTaXplIjo5LCJGb250TmFtZSI6IkFyaWFsIiwiSXNCb2xkIjpmYWxzZSwiSXNJdGFsaWMiOmZhbHNlLCJJc1VuZGVybGluZWQiOmZhbHNlLCJQYXJlbnRTdHlsZSI6bnVsbH0sIkF1dG9TaXplIjowLCJGb3JlZ3JvdW5kIjp7IiRpZCI6IjI4MiIsIkNvbG9yIjp7IiRpZCI6IjI4My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I4NCIsIkxpbmVDb2xvciI6bnVsbCwiTGluZVdlaWdodCI6MC4wLCJMaW5lVHlwZSI6MCwiUGFyZW50U3R5bGUiOm51bGx9LCJQYXJlbnRTdHlsZSI6bnVsbH0sIkRhdGVGb3JtYXQiOnsiJGlkIjoiMjg1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I4NiIsIkZvcm1hdCI6MCwiSXNWaXNpYmxlIjpmYWxzZSwiTGFzdEtub3duVmlzaWJpbGl0eVN0YXRlIjpmYWxzZX0sIklzVmlzaWJsZSI6dHJ1ZSwiUGFyZW50U3R5bGUiOm51bGx9LCJJbmRleCI6MywiU21hcnREdXJhdGlvbkFjdGl2YXRlZCI6ZmFsc2UsIkRhdGVGb3JtYXQiOnsiJHJlZiI6IjI4NSJ9LCJXZWVrTnVtYmVyaW5nIjp7IiRpZCI6IjI4NyIsIkZvcm1hdCI6MCwiSXNWaXNpYmxlIjpmYWxzZSwiTGFzdEtub3duVmlzaWJpbGl0eVN0YXRlIjpmYWxzZX0sIklkIjoiOTE0MjMxNDktNmM1OS00MDE2LTkxN2ItZDA1ZjQzMjVhMzhmIiwiSW1wb3J0SWQiOm51bGwsIlRpdGxlIjoiSW5mcmFzdHJ1Y3R1cmUgZW5hYmxlbWVudCIsIk5vdGUiOm51bGwsIkh5cGVybGluayI6eyIkaWQiOiIyODgiLCJBZGRyZXNzIjoiIiwiU3ViQWRkcmVzcyI6IiJ9LCJJc0NoYW5nZWQiOmZhbHNlLCJJc05ldyI6ZmFsc2V9fV0sIl9taWxlc3RvbmVzIjpbXSwiSWQiOiI3MWE1YjJjNS1kYTQyLTQ3ZTgtYjQ2Ny1iZGVmYzQyYzgxNDYiLCJJc1NpbmdsZUl0ZW1Sb3ciOmZhbHNlfSx7IiRpZCI6IjI4OSIsIl90YXNrcyI6W3siJGlkIjoiMjkwIiwiX2F0dGFjaGVkTWlsZXN0b25lcyI6W10sIlRhc2tEZWZpbml0aW9uIjp7IiRpZCI6IjI5MSIsIkdyb3VwTmFtZSI6bnVsbCwiU3RhcnREYXRlIjoiMjAyNS0wMy0xNVQwMDowMDowMFoiLCJFbmREYXRlIjoiMjAyNS0wNS0xNlQyMzo1OTo1OS45OTlaIiwiUGVyY2VudGFnZUNvbXBsZXRlIjowLjAsIlN0eWxlIjp7IiRpZCI6IjI5MiIsIlNoYXBlIjoxLCJTaGFwZVRoaWNrbmVzcyI6MSwiRHVyYXRpb25Gb3JtYXQiOjAsIkluY2x1ZGVOb25Xb3JraW5nRGF5c0luRHVyYXRpb24iOmZhbHNlLCJQZXJjZW50YWdlQ29tcGxldGVTdHlsZSI6eyIkaWQiOiIyOTMiLCJGb250U2V0dGluZ3MiOnsiJGlkIjoiMjk0IiwiRm9udFNpemUiOjksIkZvbnROYW1lIjoiQXJpYWwiLCJJc0JvbGQiOmZhbHNlLCJJc0l0YWxpYyI6ZmFsc2UsIklzVW5kZXJsaW5lZCI6ZmFsc2UsIlBhcmVudFN0eWxlIjpudWxsfSwiQXV0b1NpemUiOjAsIkZvcmVncm91bmQiOnsiJGlkIjoiMjk1IiwiQ29sb3IiOnsiJGlkIjoiMjk2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Mjk3IiwiTGluZUNvbG9yIjpudWxsLCJMaW5lV2VpZ2h0IjowLjAsIkxpbmVUeXBlIjowLCJQYXJlbnRTdHlsZSI6bnVsbH0sIlBhcmVudFN0eWxlIjpudWxsfSwiRHVyYXRpb25TdHlsZSI6eyIkaWQiOiIyOTgiLCJGb250U2V0dGluZ3MiOnsiJGlkIjoiMjk5IiwiRm9udFNpemUiOjksIkZvbnROYW1lIjoiQXJpYWwiLCJJc0JvbGQiOmZhbHNlLCJJc0l0YWxpYyI6ZmFsc2UsIklzVW5kZXJsaW5lZCI6ZmFsc2UsIlBhcmVudFN0eWxlIjpudWxsfSwiQXV0b1NpemUiOjAsIkZvcmVncm91bmQiOnsiJGlkIjoiMzAwIiwiQ29sb3IiOnsiJGlkIjoiMzAx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zMDIiLCJMaW5lQ29sb3IiOm51bGwsIkxpbmVXZWlnaHQiOjAuMCwiTGluZVR5cGUiOjAsIlBhcmVudFN0eWxlIjpudWxsfSwiUGFyZW50U3R5bGUiOm51bGx9LCJIb3Jpem9udGFsQ29ubmVjdG9yU3R5bGUiOnsiJGlkIjoiMzAzIiwiTGluZUNvbG9yIjp7IiRyZWYiOiIyNiJ9LCJMaW5lV2VpZ2h0IjoxLjAsIkxpbmVUeXBlIjowLCJQYXJlbnRTdHlsZSI6bnVsbH0sIlZlcnRpY2FsQ29ubmVjdG9yU3R5bGUiOnsiJGlkIjoiMzA0IiwiTGluZUNvbG9yIjp7IiRyZWYiOiIyOSJ9LCJMaW5lV2VpZ2h0IjoxLjAsIkxpbmVUeXBlIjowLCJQYXJlbnRTdHlsZSI6bnVsbH0sIk1hcmdpbiI6bnVsbCwiU3RhcnREYXRlUG9zaXRpb24iOjMsIkVuZERhdGVQb3NpdGlvbiI6MywiRGF0ZUlzVmlzaWJsZSI6dHJ1ZSwiVGl0bGVQb3NpdGlvbiI6MiwiRHVyYXRpb25Qb3NpdGlvbiI6NiwiUGVyY2VudGFnZUNvbXBsZXRlZFBvc2l0aW9uIjo2LCJTcGFjaW5nIjozLCJJc0JlbG93VGltZWJhbmQiOnRydWUsIlBlcmNlbnRhZ2VDb21wbGV0ZVNoYXBlT3BhY2l0eSI6MzUsIlNoYXBlU3R5bGUiOnsiJGlkIjoiMzA1IiwiTWFyZ2luIjp7IiRyZWYiOiIzMiJ9LCJQYWRkaW5nIjp7IiRyZWYiOiIzMyJ9LCJCYWNrZ3JvdW5kIjp7IiRpZCI6IjMwNiIsIkNvbG9yIjp7IiRpZCI6IjMwNyIsIkEiOjI1NSwiUiI6OTIsIkciOjE1NSwiQiI6MjEzfX0sIklzVmlzaWJsZSI6dHJ1ZSwiV2lkdGgiOjAuMCwiSGVpZ2h0IjoxNi4wLCJCb3JkZXJTdHlsZSI6eyIkaWQiOiIzMDgiLCJMaW5lQ29sb3IiOnsiJHJlZiI6IjM3In0sIkxpbmVXZWlnaHQiOjAuMCwiTGluZVR5cGUiOjAsIlBhcmVudFN0eWxlIjpudWxsfSwiUGFyZW50U3R5bGUiOm51bGx9LCJUaXRsZVN0eWxlIjp7IiRpZCI6IjMwOSIsIkZvbnRTZXR0aW5ncyI6eyIkaWQiOiIzMTAiLCJGb250U2l6ZSI6MTAsIkZvbnROYW1lIjoiQXJpYWwiLCJJc0JvbGQiOmZhbHNlLCJJc0l0YWxpYyI6ZmFsc2UsIklzVW5kZXJsaW5lZCI6ZmFsc2UsIlBhcmVudFN0eWxlIjpudWxsfSwiQXV0b1NpemUiOjAsIkZvcmVncm91bmQiOnsiJGlkIjoiMzExIiwiQ29sb3IiOnsiJGlkIjoiMzEy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zMTMiLCJMaW5lQ29sb3IiOm51bGwsIkxpbmVXZWlnaHQiOjAuMCwiTGluZVR5cGUiOjAsIlBhcmVudFN0eWxlIjpudWxsfSwiUGFyZW50U3R5bGUiOm51bGx9LCJEYXRlU3R5bGUiOnsiJGlkIjoiMzE0IiwiRm9udFNldHRpbmdzIjp7IiRpZCI6IjMxNSIsIkZvbnRTaXplIjo5LCJGb250TmFtZSI6IkFyaWFsIiwiSXNCb2xkIjpmYWxzZSwiSXNJdGFsaWMiOmZhbHNlLCJJc1VuZGVybGluZWQiOmZhbHNlLCJQYXJlbnRTdHlsZSI6bnVsbH0sIkF1dG9TaXplIjowLCJGb3JlZ3JvdW5kIjp7IiRpZCI6IjMxNiIsIkNvbG9yIjp7IiRpZCI6IjMxNy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MxOCIsIkxpbmVDb2xvciI6bnVsbCwiTGluZVdlaWdodCI6MC4wLCJMaW5lVHlwZSI6MCwiUGFyZW50U3R5bGUiOm51bGx9LCJQYXJlbnRTdHlsZSI6bnVsbH0sIkRhdGVGb3JtYXQiOnsiJGlkIjoiMzE5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MyMCIsIkZvcm1hdCI6MCwiSXNWaXNpYmxlIjpmYWxzZSwiTGFzdEtub3duVmlzaWJpbGl0eVN0YXRlIjpmYWxzZX0sIklzVmlzaWJsZSI6dHJ1ZSwiUGFyZW50U3R5bGUiOm51bGx9LCJJbmRleCI6MSwiU21hcnREdXJhdGlvbkFjdGl2YXRlZCI6ZmFsc2UsIkRhdGVGb3JtYXQiOnsiJHJlZiI6IjMxOSJ9LCJXZWVrTnVtYmVyaW5nIjp7IiRpZCI6IjMyMSIsIkZvcm1hdCI6MCwiSXNWaXNpYmxlIjpmYWxzZSwiTGFzdEtub3duVmlzaWJpbGl0eVN0YXRlIjpmYWxzZX0sIklkIjoiMTZjYmVmNmUtNTJjYS00YzZlLWE4MGItNjdlMDFhMjJlOTg5IiwiSW1wb3J0SWQiOm51bGwsIlRpdGxlIjoiSUFNIiwiTm90ZSI6bnVsbCwiSHlwZXJsaW5rIjp7IiRpZCI6IjMyMiIsIkFkZHJlc3MiOiIiLCJTdWJBZGRyZXNzIjoiIn0sIklzQ2hhbmdlZCI6ZmFsc2UsIklzTmV3IjpmYWxzZX19XSwiX21pbGVzdG9uZXMiOltdLCJJZCI6IjM3YTkxYTU3LWM1ZDMtNDgzNS04ZTNjLWFmODIxMjQ2ZjIwNiIsIklzU2luZ2xlSXRlbVJvdyI6ZmFsc2V9LHsiJGlkIjoiMzIzIiwiX3Rhc2tzIjpbeyIkaWQiOiIzMjQiLCJfYXR0YWNoZWRNaWxlc3RvbmVzIjpbXSwiVGFza0RlZmluaXRpb24iOnsiJGlkIjoiMzI1IiwiR3JvdXBOYW1lIjpudWxsLCJTdGFydERhdGUiOiIyMDI1LTA1LTE1VDAwOjAwOjAwWiIsIkVuZERhdGUiOiIyMDI1LTA2LTE5VDIzOjU5OjU5Ljk5OVoiLCJQZXJjZW50YWdlQ29tcGxldGUiOjAuMCwiU3R5bGUiOnsiJGlkIjoiMzI2IiwiU2hhcGUiOjEsIlNoYXBlVGhpY2tuZXNzIjoxLCJEdXJhdGlvbkZvcm1hdCI6MCwiSW5jbHVkZU5vbldvcmtpbmdEYXlzSW5EdXJhdGlvbiI6ZmFsc2UsIlBlcmNlbnRhZ2VDb21wbGV0ZVN0eWxlIjp7IiRpZCI6IjMyNyIsIkZvbnRTZXR0aW5ncyI6eyIkaWQiOiIzMjgiLCJGb250U2l6ZSI6OSwiRm9udE5hbWUiOiJBcmlhbCIsIklzQm9sZCI6ZmFsc2UsIklzSXRhbGljIjpmYWxzZSwiSXNVbmRlcmxpbmVkIjpmYWxzZSwiUGFyZW50U3R5bGUiOm51bGx9LCJBdXRvU2l6ZSI6MCwiRm9yZWdyb3VuZCI6eyIkaWQiOiIzMjkiLCJDb2xvciI6eyIkaWQiOiIzMzAiLCJBIjoyNTUsIlIiOjE5MSwiRyI6MTkxLCJCIjoxOTF9fSwiTWF4V2lkdGgiOjk2MC4wLCJNYXhIZWlnaHQiOiJJbmZpbml0eSIsIlNtYXJ0Rm9yZWdyb3VuZElzQWN0aXZlIjpmYWxzZSwiSG9yaXpvbnRhbEFsaWdubWVudCI6MSwiVmVydGljYWxBbGlnbm1lbnQiOjAsIlNtYXJ0Rm9yZWdyb3VuZCI6bnVsbCwiQmFja2dyb3VuZEZpbGxUeXBlIjowLCJNYXJnaW4iOnsiJHJlZiI6IjEyIn0sIlBhZGRpbmciOnsiJHJlZiI6IjEzIn0sIkJhY2tncm91bmQiOnsiJHJlZiI6IjE0In0sIklzVmlzaWJsZSI6ZmFsc2UsIldpZHRoIjowLjAsIkhlaWdodCI6MC4wLCJCb3JkZXJTdHlsZSI6eyIkaWQiOiIzMzEiLCJMaW5lQ29sb3IiOm51bGwsIkxpbmVXZWlnaHQiOjAuMCwiTGluZVR5cGUiOjAsIlBhcmVudFN0eWxlIjpudWxsfSwiUGFyZW50U3R5bGUiOm51bGx9LCJEdXJhdGlvblN0eWxlIjp7IiRpZCI6IjMzMiIsIkZvbnRTZXR0aW5ncyI6eyIkaWQiOiIzMzMiLCJGb250U2l6ZSI6OSwiRm9udE5hbWUiOiJBcmlhbCIsIklzQm9sZCI6ZmFsc2UsIklzSXRhbGljIjpmYWxzZSwiSXNVbmRlcmxpbmVkIjpmYWxzZSwiUGFyZW50U3R5bGUiOm51bGx9LCJBdXRvU2l6ZSI6MCwiRm9yZWdyb3VuZCI6eyIkaWQiOiIzMzQiLCJDb2xvciI6eyIkaWQiOiIzMzUiLCJBIjoyNTUsIlIiOjIzNywiRyI6MTI1LCJCIjo0OX19LCJNYXhXaWR0aCI6OTY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mYWxzZSwiV2lkdGgiOjAuMCwiSGVpZ2h0IjowLjAsIkJvcmRlclN0eWxlIjp7IiRpZCI6IjMzNiIsIkxpbmVDb2xvciI6bnVsbCwiTGluZVdlaWdodCI6MC4wLCJMaW5lVHlwZSI6MCwiUGFyZW50U3R5bGUiOm51bGx9LCJQYXJlbnRTdHlsZSI6bnVsbH0sIkhvcml6b250YWxDb25uZWN0b3JTdHlsZSI6eyIkaWQiOiIzMzciLCJMaW5lQ29sb3IiOnsiJHJlZiI6IjI2In0sIkxpbmVXZWlnaHQiOjEuMCwiTGluZVR5cGUiOjAsIlBhcmVudFN0eWxlIjpudWxsfSwiVmVydGljYWxDb25uZWN0b3JTdHlsZSI6eyIkaWQiOiIzMzgiLCJMaW5lQ29sb3IiOnsiJHJlZiI6IjI5In0sIkxpbmVXZWlnaHQiOjEuMCwiTGluZVR5cGUiOjAsIlBhcmVudFN0eWxlIjpudWxsfSwiTWFyZ2luIjpudWxsLCJTdGFydERhdGVQb3NpdGlvbiI6MywiRW5kRGF0ZVBvc2l0aW9uIjozLCJEYXRlSXNWaXNpYmxlIjp0cnVlLCJUaXRsZVBvc2l0aW9uIjoyLCJEdXJhdGlvblBvc2l0aW9uIjo2LCJQZXJjZW50YWdlQ29tcGxldGVkUG9zaXRpb24iOjYsIlNwYWNpbmciOjMsIklzQmVsb3dUaW1lYmFuZCI6dHJ1ZSwiUGVyY2VudGFnZUNvbXBsZXRlU2hhcGVPcGFjaXR5IjozNSwiU2hhcGVTdHlsZSI6eyIkaWQiOiIzMzkiLCJNYXJnaW4iOnsiJHJlZiI6IjMyIn0sIlBhZGRpbmciOnsiJHJlZiI6IjMzIn0sIkJhY2tncm91bmQiOnsiJGlkIjoiMzQwIiwiQ29sb3IiOnsiJGlkIjoiMzQxIiwiQSI6MjU1LCJSIjo5MiwiRyI6MTU1LCJCIjoyMTN9fSwiSXNWaXNpYmxlIjp0cnVlLCJXaWR0aCI6MC4wLCJIZWlnaHQiOjE2LjAsIkJvcmRlclN0eWxlIjp7IiRpZCI6IjM0MiIsIkxpbmVDb2xvciI6eyIkcmVmIjoiMzcifSwiTGluZVdlaWdodCI6MC4wLCJMaW5lVHlwZSI6MCwiUGFyZW50U3R5bGUiOm51bGx9LCJQYXJlbnRTdHlsZSI6bnVsbH0sIlRpdGxlU3R5bGUiOnsiJGlkIjoiMzQzIiwiRm9udFNldHRpbmdzIjp7IiRpZCI6IjM0NCIsIkZvbnRTaXplIjoxMCwiRm9udE5hbWUiOiJBcmlhbCIsIklzQm9sZCI6ZmFsc2UsIklzSXRhbGljIjpmYWxzZSwiSXNVbmRlcmxpbmVkIjpmYWxzZSwiUGFyZW50U3R5bGUiOm51bGx9LCJBdXRvU2l6ZSI6MCwiRm9yZWdyb3VuZCI6eyIkaWQiOiIzNDUiLCJDb2xvciI6eyIkaWQiOiIzNDY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M0NyIsIkxpbmVDb2xvciI6bnVsbCwiTGluZVdlaWdodCI6MC4wLCJMaW5lVHlwZSI6MCwiUGFyZW50U3R5bGUiOm51bGx9LCJQYXJlbnRTdHlsZSI6bnVsbH0sIkRhdGVTdHlsZSI6eyIkaWQiOiIzNDgiLCJGb250U2V0dGluZ3MiOnsiJGlkIjoiMzQ5IiwiRm9udFNpemUiOjksIkZvbnROYW1lIjoiQXJpYWwiLCJJc0JvbGQiOmZhbHNlLCJJc0l0YWxpYyI6ZmFsc2UsIklzVW5kZXJsaW5lZCI6ZmFsc2UsIlBhcmVudFN0eWxlIjpudWxsfSwiQXV0b1NpemUiOjAsIkZvcmVncm91bmQiOnsiJGlkIjoiMzUwIiwiQ29sb3IiOnsiJGlkIjoiMzUxIiwiQSI6MjU1LCJSIjo2OCwiRyI6ODQsIkIiOjEwNn19LCJNYXhXaWR0aCI6OTYwLjAsIk1heEhlaWdodCI6IkluZmluaXR5IiwiU21hcnRGb3JlZ3JvdW5kSXNBY3RpdmUiOmZhbHNlLCJIb3Jpem9udGFsQWxpZ25tZW50IjowLCJWZXJ0aWNhbEFsaWdubWVudCI6MCwiU21hcnRGb3JlZ3JvdW5kIjpudWxsLCJCYWNrZ3JvdW5kRmlsbFR5cGUiOjAsIk1hcmdpbiI6eyIkcmVmIjoiNTEifSwiUGFkZGluZyI6eyIkcmVmIjoiNTIifSwiQmFja2dyb3VuZCI6eyIkcmVmIjoiNTMifSwiSXNWaXNpYmxlIjp0cnVlLCJXaWR0aCI6MC4wLCJIZWlnaHQiOjAuMCwiQm9yZGVyU3R5bGUiOnsiJGlkIjoiMzUyIiwiTGluZUNvbG9yIjpudWxsLCJMaW5lV2VpZ2h0IjowLjAsIkxpbmVUeXBlIjowLCJQYXJlbnRTdHlsZSI6bnVsbH0sIlBhcmVudFN0eWxlIjpudWxsfSwiRGF0ZUZvcm1hdCI6eyIkaWQiOiIzNTM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MzU0IiwiRm9ybWF0IjowLCJJc1Zpc2libGUiOmZhbHNlLCJMYXN0S25vd25WaXNpYmlsaXR5U3RhdGUiOmZhbHNlfSwiSXNWaXNpYmxlIjp0cnVlLCJQYXJlbnRTdHlsZSI6bnVsbH0sIkluZGV4Ijo0LCJTbWFydER1cmF0aW9uQWN0aXZhdGVkIjpmYWxzZSwiRGF0ZUZvcm1hdCI6eyIkcmVmIjoiMzUzIn0sIldlZWtOdW1iZXJpbmciOnsiJGlkIjoiMzU1IiwiRm9ybWF0IjowLCJJc1Zpc2libGUiOmZhbHNlLCJMYXN0S25vd25WaXNpYmlsaXR5U3RhdGUiOmZhbHNlfSwiSWQiOiJlMTc3MGJmNy04ZDZhLTQ3N2EtYjk5NS1kN2Q5NzI5ODM2ZGMiLCJJbXBvcnRJZCI6bnVsbCwiVGl0bGUiOiJQcm9kdWN0aW9uIERlcGxveW1lbnQiLCJOb3RlIjpudWxsLCJIeXBlcmxpbmsiOnsiJGlkIjoiMzU2IiwiQWRkcmVzcyI6IiIsIlN1YkFkZHJlc3MiOiIifSwiSXNDaGFuZ2VkIjpmYWxzZSwiSXNOZXciOmZhbHNlfX1dLCJfbWlsZXN0b25lcyI6W10sIklkIjoiMjI1MTE0YTktNWZlNS00ZDNmLWE3YTAtZGU4NjBlYWU2YTAyIiwiSXNTaW5nbGVJdGVtUm93IjpmYWxzZX0seyIkaWQiOiIzNTciLCJfdGFza3MiOltdLCJfbWlsZXN0b25lcyI6W3siJGlkIjoiMzU4IiwiSWQiOiJiNDJmN2ViOC0yMjI3LTRlZDgtYmU4OS1lNTNhZWE0N2NjYjQiLCJJbmRleCI6NSwiR3JvdXBJZCI6bnVsbCwiVGl0bGUiOiJFeGVjdXRpdmUgUmV2aWV3IiwiRGF0ZVRpbWUiOiIyMDI1LTA2LTIyVDIzOjU5OjAwWiIsIlBlcmNlbnRhZ2VDb21wbGV0ZSI6bnVsbCwiTm90ZSI6bnVsbCwiU3R5bGUiOnsiJGlkIjoiMzU5IiwiVGl0bGVQb3NpdGlvbiI6IlJpZ2h0IiwiRGF0ZVBvc2l0aW9uIjoiTGVmdCIsIlNoYXBlVHlwZSI6MiwiU2hhcGVTaXplIjozLCJTaGFwZVN0eWxlIjp7IiRpZCI6IjM2MCIsIk1hcmdpbiI6eyIkaWQiOiIzNjEiLCJUb3AiOjAuMCwiTGVmdCI6MC4wLCJSaWdodCI6MC4wLCJCb3R0b20iOjAuMH0sIlBhZGRpbmciOnsiJGlkIjoiMzYyIiwiVG9wIjowLjAsIkxlZnQiOjAuMCwiUmlnaHQiOjAuMCwiQm90dG9tIjowLjB9LCJCYWNrZ3JvdW5kIjp7IiRpZCI6IjM2MyIsIkNvbG9yIjp7IiRpZCI6IjM2NCIsIkEiOjI1NSwiUiI6NDMsIkciOjEwOSwiQiI6MTY5fX0sIklzVmlzaWJsZSI6dHJ1ZSwiV2lkdGgiOjEzLjAsIkhlaWdodCI6MTMuMCwiQm9yZGVyU3R5bGUiOnsiJGlkIjoiMzY1IiwiTGluZUNvbG9yIjp7IiRpZCI6IjM2NiIsIiR0eXBlIjoiTkxSRS5Db21tb24uRG9tLlNvbGlkQ29sb3JCcnVzaCwgTkxSRS5Db21tb24iLCJDb2xvciI6eyIkaWQiOiIzNjciLCJBIjoyNTUsIlIiOjI1NSwiRyI6MCwiQiI6MH19LCJMaW5lV2VpZ2h0IjowLjAsIkxpbmVUeXBlIjowLCJQYXJlbnRTdHlsZSI6bnVsbH0sIlBhcmVudFN0eWxlIjpudWxsfSwiVGl0bGVTdHlsZSI6eyIkaWQiOiIzNjgiLCJGb250U2V0dGluZ3MiOnsiJGlkIjoiMzY5IiwiRm9udFNpemUiOjEwLCJGb250TmFtZSI6IkFyaWFsIiwiSXNCb2xkIjpmYWxzZSwiSXNJdGFsaWMiOmZhbHNlLCJJc1VuZGVybGluZWQiOmZhbHNlLCJQYXJlbnRTdHlsZSI6bnVsbH0sIkF1dG9TaXplIjowLCJGb3JlZ3JvdW5kIjp7IiRpZCI6IjM3MCIsIkNvbG9yIjp7IiRpZCI6IjM3M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zNzIiLCJUb3AiOjAuMCwiTGVmdCI6MC4wLCJSaWdodCI6MC4wLCJCb3R0b20iOjAuMH0sIlBhZGRpbmciOnsiJGlkIjoiMzczIiwiVG9wIjowLjAsIkxlZnQiOjAuMCwiUmlnaHQiOjAuMCwiQm90dG9tIjowLjB9LCJCYWNrZ3JvdW5kIjp7IiRpZCI6IjM3NCIsIkNvbG9yIjp7IiRyZWYiOiIxNSJ9fSwiSXNWaXNpYmxlIjp0cnVlLCJXaWR0aCI6MC4wLCJIZWlnaHQiOjAuMCwiQm9yZGVyU3R5bGUiOm51bGwsIlBhcmVudFN0eWxlIjpudWxsfSwiRGF0ZVN0eWxlIjp7IiRpZCI6IjM3NSIsIkZvbnRTZXR0aW5ncyI6eyIkaWQiOiIzNzYiLCJGb250U2l6ZSI6OSwiRm9udE5hbWUiOiJBcmlhbCIsIklzQm9sZCI6ZmFsc2UsIklzSXRhbGljIjpmYWxzZSwiSXNVbmRlcmxpbmVkIjpmYWxzZSwiUGFyZW50U3R5bGUiOm51bGx9LCJBdXRvU2l6ZSI6MCwiRm9yZWdyb3VuZCI6eyIkaWQiOiIzNzciLCJDb2xvciI6eyIkaWQiOiIzNzgiLCJBIjoyNTUsIlIiOjY4LCJHIjo4NCwiQiI6MTA2fX0sIk1heFdpZHRoIjo5NjAuMCwiTWF4SGVpZ2h0IjoiSW5maW5pdHkiLCJTbWFydEZvcmVncm91bmRJc0FjdGl2ZSI6ZmFsc2UsIkhvcml6b250YWxBbGlnbm1lbnQiOjEsIlZlcnRpY2FsQWxpZ25tZW50IjowLCJTbWFydEZvcmVncm91bmQiOm51bGwsIkJhY2tncm91bmRGaWxsVHlwZSI6MCwiTWFyZ2luIjp7IiRpZCI6IjM3OSIsIlRvcCI6MC4wLCJMZWZ0IjowLjAsIlJpZ2h0IjowLjAsIkJvdHRvbSI6MC4wfSwiUGFkZGluZyI6eyIkaWQiOiIzODAiLCJUb3AiOjAuMCwiTGVmdCI6MC4wLCJSaWdodCI6MC4wLCJCb3R0b20iOjAuMH0sIkJhY2tncm91bmQiOnsiJGlkIjoiMzgxIiwiQ29sb3IiOnsiJHJlZiI6IjE1In19LCJJc1Zpc2libGUiOnRydWUsIldpZHRoIjowLjAsIkhlaWdodCI6MC4wLCJCb3JkZXJTdHlsZSI6bnVsbCwiUGFyZW50U3R5bGUiOm51bGx9LCJEYXRlRm9ybWF0Ijp7IiRpZCI6IjM4Mi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zODMiLCJGb3JtYXQiOjAsIklzVmlzaWJsZSI6ZmFsc2UsIkxhc3RLbm93blZpc2liaWxpdHlTdGF0ZSI6ZmFsc2V9LCJJc1Zpc2libGUiOnRydWUsIlBhcmVudFN0eWxlIjpudWxsfSwiSHlwZXJsaW5rIjpudWxsLCJJbXBvcnRJZCI6bnVsbH1dLCJJZCI6IjY3ODYzNDFmLWU1ZjktNDFiZi1iZGYwLTUyZjA2ZTk1MzQ5NyIsIklzU2luZ2xlSXRlbVJvdyI6ZmFsc2V9LHsiJGlkIjoiMzg0IiwiX3Rhc2tzIjpbXSwiX21pbGVzdG9uZXMiOlt7IiRpZCI6IjM4NSIsIklkIjoiMGM2MjVkNzktZTg3Mi00OGZiLWFlZjAtYmI0ZTg0MGFiMmNhIiwiSW5kZXgiOjYsIkdyb3VwSWQiOm51bGwsIlRpdGxlIjoiT3BlbkhhbmRzIEFscGhhIFJvbGxvdXQiLCJEYXRlVGltZSI6IjIwMjUtMDMtMTlUMjM6NTk6MDBaIiwiUGVyY2VudGFnZUNvbXBsZXRlIjpudWxsLCJOb3RlIjpudWxsLCJTdHlsZSI6eyIkaWQiOiIzODYiLCJUaXRsZVBvc2l0aW9uIjoiUmlnaHQiLCJEYXRlUG9zaXRpb24iOiJMZWZ0IiwiU2hhcGVUeXBlIjoyLCJTaGFwZVNpemUiOjEsIlNoYXBlU3R5bGUiOnsiJGlkIjoiMzg3IiwiTWFyZ2luIjp7IiRyZWYiOiIzNjEifSwiUGFkZGluZyI6eyIkcmVmIjoiMzYyIn0sIkJhY2tncm91bmQiOnsiJGlkIjoiMzg4IiwiQ29sb3IiOnsiJGlkIjoiMzg5IiwiQSI6MjU1LCJSIjo0MywiRyI6MTA5LCJCIjoxNjl9fSwiSXNWaXNpYmxlIjp0cnVlLCJXaWR0aCI6MTMuMCwiSGVpZ2h0IjoxMy4wLCJCb3JkZXJTdHlsZSI6eyIkaWQiOiIzOTAiLCJMaW5lQ29sb3IiOnsiJHJlZiI6IjM2NiJ9LCJMaW5lV2VpZ2h0IjowLjAsIkxpbmVUeXBlIjowLCJQYXJlbnRTdHlsZSI6bnVsbH0sIlBhcmVudFN0eWxlIjpudWxsfSwiVGl0bGVTdHlsZSI6eyIkaWQiOiIzOTEiLCJGb250U2V0dGluZ3MiOnsiJGlkIjoiMzkyIiwiRm9udFNpemUiOjEwLCJGb250TmFtZSI6IkFyaWFsIiwiSXNCb2xkIjpmYWxzZSwiSXNJdGFsaWMiOmZhbHNlLCJJc1VuZGVybGluZWQiOmZhbHNlLCJQYXJlbnRTdHlsZSI6bnVsbH0sIkF1dG9TaXplIjowLCJGb3JlZ3JvdW5kIjp7IiRyZWYiOiIzNzAifSwiTWF4V2lkdGgiOjk2MC4wLCJNYXhIZWlnaHQiOiJJbmZpbml0eSIsIlNtYXJ0Rm9yZWdyb3VuZElzQWN0aXZlIjpmYWxzZSwiSG9yaXpvbnRhbEFsaWdubWVudCI6MSwiVmVydGljYWxBbGlnbm1lbnQiOjAsIlNtYXJ0Rm9yZWdyb3VuZCI6bnVsbCwiQmFja2dyb3VuZEZpbGxUeXBlIjowLCJNYXJnaW4iOnsiJHJlZiI6IjM3MiJ9LCJQYWRkaW5nIjp7IiRyZWYiOiIzNzMifSwiQmFja2dyb3VuZCI6eyIkcmVmIjoiMzc0In0sIklzVmlzaWJsZSI6dHJ1ZSwiV2lkdGgiOjAuMCwiSGVpZ2h0IjowLjAsIkJvcmRlclN0eWxlIjpudWxsLCJQYXJlbnRTdHlsZSI6bnVsbH0sIkRhdGVTdHlsZSI6eyIkaWQiOiIzOTMiLCJGb250U2V0dGluZ3MiOnsiJGlkIjoiMzk0IiwiRm9udFNpemUiOjksIkZvbnROYW1lIjoiQXJpYWwiLCJJc0JvbGQiOmZhbHNlLCJJc0l0YWxpYyI6ZmFsc2UsIklzVW5kZXJsaW5lZCI6ZmFsc2UsIlBhcmVudFN0eWxlIjpudWxsfSwiQXV0b1NpemUiOjAsIkZvcmVncm91bmQiOnsiJHJlZiI6IjM3NyJ9LCJNYXhXaWR0aCI6OTYwLjAsIk1heEhlaWdodCI6IkluZmluaXR5IiwiU21hcnRGb3JlZ3JvdW5kSXNBY3RpdmUiOmZhbHNlLCJIb3Jpem9udGFsQWxpZ25tZW50IjoxLCJWZXJ0aWNhbEFsaWdubWVudCI6MCwiU21hcnRGb3JlZ3JvdW5kIjpudWxsLCJCYWNrZ3JvdW5kRmlsbFR5cGUiOjAsIk1hcmdpbiI6eyIkcmVmIjoiMzc5In0sIlBhZGRpbmciOnsiJHJlZiI6IjM4MCJ9LCJCYWNrZ3JvdW5kIjp7IiRyZWYiOiIzODEifSwiSXNWaXNpYmxlIjp0cnVlLCJXaWR0aCI6MC4wLCJIZWlnaHQiOjAuMCwiQm9yZGVyU3R5bGUiOm51bGwsIlBhcmVudFN0eWxlIjpudWxsfSwiRGF0ZUZvcm1hdCI6eyIkaWQiOiIzOTU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Mzk2IiwiRm9ybWF0IjowLCJJc1Zpc2libGUiOmZhbHNlLCJMYXN0S25vd25WaXNpYmlsaXR5U3RhdGUiOmZhbHNlfSwiSXNWaXNpYmxlIjp0cnVlLCJQYXJlbnRTdHlsZSI6bnVsbH0sIkh5cGVybGluayI6bnVsbCwiSW1wb3J0SWQiOm51bGx9XSwiSWQiOiI2NThhYWM1Mi1jOWY3LTRmOWQtOTAwOC1iNTYwNGFiNmM5MWEiLCJJc1NpbmdsZUl0ZW1Sb3ciOmZhbHNlfV0sIkluZGV4IjowLCJJZCI6ImY1NDQzZTRlLWEyNDEtNDI0OC1iZTQ0LTlkYjM3NTVjMTU2ZiIsIkhlYWRlclRleHQiOm51bGwsIklzRGVmYXVsdCI6dHJ1ZSwiU3R5bGUiOnsiJGlkIjoiMzk3IiwiSGVhZGVyU3R5bGUiOnsiJGlkIjoiMzk4IiwiVGV4dFN0eWxlIjp7IiRpZCI6IjM5OSIsIkZvbnRTZXR0aW5ncyI6eyIkaWQiOiI0MDAiLCJGb250U2l6ZSI6MTEsIkZvbnROYW1lIjoiQ2FsaWJyaSIsIklzQm9sZCI6ZmFsc2UsIklzSXRhbGljIjpmYWxzZSwiSXNVbmRlcmxpbmVkIjpmYWxzZSwiUGFyZW50U3R5bGUiOm51bGx9LCJBdXRvU2l6ZSI6MiwiRm9yZWdyb3VuZCI6eyIkaWQiOiI0MDEiLCJDb2xvciI6eyIkaWQiOiI0MDI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MDMiLCJUb3AiOjAuMCwiTGVmdCI6MC4wLCJSaWdodCI6MC4wLCJCb3R0b20iOjAuMH0sIlBhZGRpbmciOnsiJGlkIjoiNDA0IiwiVG9wIjowLjAsIkxlZnQiOjAuMCwiUmlnaHQiOjAuMCwiQm90dG9tIjowLjB9LCJCYWNrZ3JvdW5kIjpudWxsLCJJc1Zpc2libGUiOnRydWUsIldpZHRoIjowLjAsIkhlaWdodCI6MC4wLCJCb3JkZXJTdHlsZSI6bnVsbCwiUGFyZW50U3R5bGUiOm51bGx9LCJSZWN0YW5nbGVTdHlsZSI6eyIkaWQiOiI0MDUiLCJNYXJnaW4iOnsiJGlkIjoiNDA2IiwiVG9wIjowLjAsIkxlZnQiOjAuMCwiUmlnaHQiOjAuMCwiQm90dG9tIjowLjB9LCJQYWRkaW5nIjp7IiRpZCI6IjQwNyIsIlRvcCI6MC4wLCJMZWZ0IjowLjAsIlJpZ2h0IjowLjAsIkJvdHRvbSI6MC4wfSwiQmFja2dyb3VuZCI6eyIkaWQiOiI0MDgiLCJDb2xvciI6eyIkaWQiOiI0MDkiLCJBIjo2MywiUiI6MTEyLCJHIjoxNzMsIkIiOjcxfX0sIklzVmlzaWJsZSI6dHJ1ZSwiV2lkdGgiOjAuMCwiSGVpZ2h0IjowLjAsIkJvcmRlclN0eWxlIjp7IiRpZCI6IjQxMCIsIkxpbmVDb2xvciI6eyIkaWQiOiI0MTEiLCIkdHlwZSI6Ik5MUkUuQ29tbW9uLkRvbS5Tb2xpZENvbG9yQnJ1c2gsIE5MUkUuQ29tbW9uIiwiQ29sb3IiOnsiJGlkIjoiNDEyIiwiQSI6MjU1LCJSIjoyNTUsIkciOjAsIkIiOjB9fSwiTGluZVdlaWdodCI6MC4wLCJMaW5lVHlwZSI6MCwiUGFyZW50U3R5bGUiOm51bGx9LCJQYXJlbnRTdHlsZSI6bnVsbH0sIk1hcmdpbiI6eyIkaWQiOiI0MTMiLCJUb3AiOjAuMCwiTGVmdCI6MC4wLCJSaWdodCI6MC4wLCJCb3R0b20iOjAuMH0sIlBhZGRpbmciOnsiJGlkIjoiNDE0IiwiVG9wIjowLjAsIkxlZnQiOjAuMCwiUmlnaHQiOjAuMCwiQm90dG9tIjowLjB9LCJCYWNrZ3JvdW5kIjpudWxsLCJJc1Zpc2libGUiOnRydWUsIldpZHRoIjowLjAsIkhlaWdodCI6MC4wLCJCb3JkZXJTdHlsZSI6bnVsbCwiUGFyZW50U3R5bGUiOm51bGx9LCJCYWNrZ3JvdW5kU3R5bGUiOnsiJGlkIjoiNDE1IiwiTWFyZ2luIjp7IiRpZCI6IjQxNiIsIlRvcCI6MC4wLCJMZWZ0IjowLjAsIlJpZ2h0IjowLjAsIkJvdHRvbSI6MC4wfSwiUGFkZGluZyI6eyIkaWQiOiI0MTciLCJUb3AiOjAuMCwiTGVmdCI6MC4wLCJSaWdodCI6MC4wLCJCb3R0b20iOjAuMH0sIkJhY2tncm91bmQiOnsiJGlkIjoiNDE4IiwiQ29sb3IiOnsiJGlkIjoiNDE5IiwiQSI6NTEsIlIiOjE1NSwiRyI6MTg3LCJCIjo4OX19LCJJc1Zpc2libGUiOnRydWUsIldpZHRoIjowLjAsIkhlaWdodCI6MC4wLCJCb3JkZXJTdHlsZSI6eyIkaWQiOiI0MjAiLCJMaW5lQ29sb3IiOnsiJGlkIjoiNDIxIiwiJHR5cGUiOiJOTFJFLkNvbW1vbi5Eb20uU29saWRDb2xvckJydXNoLCBOTFJFLkNvbW1vbiIsIkNvbG9yIjp7IiRpZCI6IjQyMiIsIkEiOjI1NSwiUiI6MjU1LCJHIjowLCJCIjowfX0sIkxpbmVXZWlnaHQiOjAuMCwiTGluZVR5cGUiOjAsIlBhcmVudFN0eWxlIjpudWxsfSwiUGFyZW50U3R5bGUiOm51bGx9LCJNYXJnaW4iOnsiJGlkIjoiNDIzIiwiVG9wIjowLjAsIkxlZnQiOjAuMCwiUmlnaHQiOjAuMCwiQm90dG9tIjowLjB9LCJQYWRkaW5nIjp7IiRpZCI6IjQyNCIsIlRvcCI6MC4wLCJMZWZ0IjowLjAsIlJpZ2h0IjowLjAsIkJvdHRvbSI6MC4wfSwiSXNWaXNpYmxlIjp0cnVlLCJXaWR0aCI6MC4wLCJIZWlnaHQiOjAuMCwiQm9yZGVyU3R5bGUiOm51bGwsIlBhcmVudFN0eWxlIjpudWxsfX1dLCJJZCI6IjlhMjJhMDJiLTY4YzktNGRjMi1iYTJlLTVhODE3Yzc3OTcyNCIsIkluZGV4IjoxLCJIZWFkZXJUZXh0IjoiR2VuIDIgKFdpbmRzdXJmLCBEZXZpbiwgT3BlbkhhbmRzKSIsIlN0eWxlIjp7IiRpZCI6IjQyNSIsIkhlYWRlclN0eWxlIjp7IiRpZCI6IjQyNiIsIlRleHRJc1ZlcnRpY2FsIjpmYWxzZSwiVGV4dFN0eWxlIjp7IiRpZCI6IjQyNyIsIkZvbnRTZXR0aW5ncyI6eyIkaWQiOiI0MjgiLCJGb250U2l6ZSI6MTEsIkZvbnROYW1lIjoiQXJpYWwiLCJJc0JvbGQiOnRydWUsIklzSXRhbGljIjp0cnVlLCJJc1VuZGVybGluZWQiOmZhbHNlLCJQYXJlbnRTdHlsZSI6bnVsbH0sIkF1dG9TaXplIjoyLCJGb3JlZ3JvdW5kIjp7IiRpZCI6IjQyOSIsIkNvbG9yIjp7IiRpZCI6IjQzMC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QzMSIsIlRvcCI6MC4wLCJMZWZ0IjowLjAsIlJpZ2h0IjowLjAsIkJvdHRvbSI6MC4wfSwiUGFkZGluZyI6eyIkaWQiOiI0MzIiLCJUb3AiOjAuMCwiTGVmdCI6MC4wLCJSaWdodCI6MC4wLCJCb3R0b20iOjAuMH0sIkJhY2tncm91bmQiOm51bGwsIklzVmlzaWJsZSI6dHJ1ZSwiV2lkdGgiOjAuMCwiSGVpZ2h0IjowLjAsIkJvcmRlclN0eWxlIjpudWxsLCJQYXJlbnRTdHlsZSI6bnVsbH0sIlJlY3RhbmdsZVN0eWxlIjp7IiRpZCI6IjQzMyIsIk1hcmdpbiI6eyIkaWQiOiI0MzQiLCJUb3AiOjAuMCwiTGVmdCI6MC4wLCJSaWdodCI6MC4wLCJCb3R0b20iOjAuMH0sIlBhZGRpbmciOnsiJGlkIjoiNDM1IiwiVG9wIjowLjAsIkxlZnQiOjAuMCwiUmlnaHQiOjAuMCwiQm90dG9tIjowLjB9LCJCYWNrZ3JvdW5kIjp7IiRpZCI6IjQzNiIsIkNvbG9yIjp7IiRpZCI6IjQzNyIsIkEiOjI1NSwiUiI6OTIsIkciOjE1NSwiQiI6MjEzfX0sIklzVmlzaWJsZSI6dHJ1ZSwiV2lkdGgiOjAuMCwiSGVpZ2h0IjowLjAsIkJvcmRlclN0eWxlIjp7IiRpZCI6IjQzOCIsIkxpbmVDb2xvciI6eyIkaWQiOiI0MzkiLCIkdHlwZSI6Ik5MUkUuQ29tbW9uLkRvbS5Tb2xpZENvbG9yQnJ1c2gsIE5MUkUuQ29tbW9uIiwiQ29sb3IiOnsiJGlkIjoiNDQwIiwiQSI6MjU1LCJSIjoyNTUsIkciOjAsIkIiOjB9fSwiTGluZVdlaWdodCI6MC4wLCJMaW5lVHlwZSI6MCwiUGFyZW50U3R5bGUiOm51bGx9LCJQYXJlbnRTdHlsZSI6bnVsbH0sIk1hcmdpbiI6eyIkaWQiOiI0NDEiLCJUb3AiOjAuMCwiTGVmdCI6MC4wLCJSaWdodCI6MC4wLCJCb3R0b20iOjAuMH0sIlBhZGRpbmciOnsiJGlkIjoiNDQyIiwiVG9wIjowLjAsIkxlZnQiOjAuMCwiUmlnaHQiOjAuMCwiQm90dG9tIjowLjB9LCJCYWNrZ3JvdW5kIjpudWxsLCJJc1Zpc2libGUiOnRydWUsIldpZHRoIjowLjAsIkhlaWdodCI6MC4wLCJCb3JkZXJTdHlsZSI6bnVsbCwiUGFyZW50U3R5bGUiOm51bGx9LCJCYWNrZ3JvdW5kU3R5bGUiOnsiJGlkIjoiNDQzIiwiTWFyZ2luIjp7IiRpZCI6IjQ0NCIsIlRvcCI6MC4wLCJMZWZ0IjowLjAsIlJpZ2h0IjowLjAsIkJvdHRvbSI6MC4wfSwiUGFkZGluZyI6eyIkaWQiOiI0NDUiLCJUb3AiOjAuMCwiTGVmdCI6MC4wLCJSaWdodCI6MC4wLCJCb3R0b20iOjAuMH0sIkJhY2tncm91bmQiOnsiJGlkIjoiNDQ2IiwiQ29sb3IiOnsiJGlkIjoiNDQ3IiwiQSI6NTEsIlIiOjE2NSwiRyI6MTY1LCJCIjoxNjV9fSwiSXNWaXNpYmxlIjp0cnVlLCJXaWR0aCI6MC4wLCJIZWlnaHQiOjAuMCwiQm9yZGVyU3R5bGUiOnsiJGlkIjoiNDQ4IiwiTGluZUNvbG9yIjp7IiRpZCI6IjQ0OSIsIiR0eXBlIjoiTkxSRS5Db21tb24uRG9tLlNvbGlkQ29sb3JCcnVzaCwgTkxSRS5Db21tb24iLCJDb2xvciI6eyIkaWQiOiI0NTAiLCJBIjoyNTUsIlIiOjI1NSwiRyI6MCwiQiI6MH19LCJMaW5lV2VpZ2h0IjowLjAsIkxpbmVUeXBlIjowLCJQYXJlbnRTdHlsZSI6bnVsbH0sIlBhcmVudFN0eWxlIjpudWxsfSwiSXNBYm92ZVRpbWViYW5kIjpmYWxzZSwiTWFyZ2luIjp7IiRpZCI6IjQ1MSIsIlRvcCI6MC4wLCJMZWZ0IjowLjAsIlJpZ2h0IjowLjAsIkJvdHRvbSI6MC4wfSwiUGFkZGluZyI6eyIkaWQiOiI0NTIiLCJUb3AiOjAuMCwiTGVmdCI6MC4wLCJSaWdodCI6MC4wLCJCb3R0b20iOjAuMH0sIklzVmlzaWJsZSI6dHJ1ZSwiV2lkdGgiOjAuMCwiSGVpZ2h0IjowLjAsIkJvcmRlclN0eWxlIjp7IiRpZCI6IjQ1MyIsIkxpbmVDb2xvciI6bnVsbCwiTGluZVdlaWdodCI6MC4wLCJMaW5lVHlwZSI6MCwiUGFyZW50U3R5bGUiOm51bGx9LCJQYXJlbnRTdHlsZSI6bnVsbH19LHsiJGlkIjoiNDU0IiwiX2FjdGl2aXRpZXMiOlt7IiRpZCI6IjQ1NSIsIl9yb3dzIjpbeyIkaWQiOiI0NTYiLCJfdGFza3MiOlt7IiRpZCI6IjQ1NyIsIl9hdHRhY2hlZE1pbGVzdG9uZXMiOltdLCJUYXNrRGVmaW5pdGlvbiI6eyIkaWQiOiI0NTgiLCJHcm91cE5hbWUiOm51bGwsIlN0YXJ0RGF0ZSI6IjIwMjUtMDMtMjBUMDA6MDA6MDBaIiwiRW5kRGF0ZSI6IjIwMjUtMDYtMTNUMjM6NTk6NTkuOTk5WiIsIlBlcmNlbnRhZ2VDb21wbGV0ZSI6MC4wLCJTdHlsZSI6eyIkaWQiOiI0NTkiLCJTaGFwZSI6MCwiU2hhcGVUaGlja25lc3MiOjEsIkR1cmF0aW9uRm9ybWF0IjowLCJJbmNsdWRlTm9uV29ya2luZ0RheXNJbkR1cmF0aW9uIjpmYWxzZSwiUGVyY2VudGFnZUNvbXBsZXRlU3R5bGUiOnsiJGlkIjoiNDYwIiwiRm9udFNldHRpbmdzIjp7IiRpZCI6IjQ2MSIsIkZvbnRTaXplIjo5LCJGb250TmFtZSI6IkFyaWFsIiwiSXNCb2xkIjpmYWxzZSwiSXNJdGFsaWMiOmZhbHNlLCJJc1VuZGVybGluZWQiOmZhbHNlLCJQYXJlbnRTdHlsZSI6bnVsbH0sIkF1dG9TaXplIjowLCJGb3JlZ3JvdW5kIjp7IiRpZCI6IjQ2MiIsIkNvbG9yIjp7IiRpZCI6IjQ2MyIsIkEiOjI1NSwiUiI6MTkxLCJHIjoxOTEsIkIiOjE5MX19LCJNYXhXaWR0aCI6OTYwLjAsIk1heEhlaWdodCI6IkluZmluaXR5IiwiU21hcnRGb3JlZ3JvdW5kSXNBY3RpdmUiOmZhbHNlLCJIb3Jpem9udGFsQWxpZ25tZW50IjoxLCJWZXJ0aWNhbEFsaWdubWVudCI6MCwiU21hcnRGb3JlZ3JvdW5kIjpudWxsLCJCYWNrZ3JvdW5kRmlsbFR5cGUiOjAsIk1hcmdpbiI6eyIkcmVmIjoiMTIifSwiUGFkZGluZyI6eyIkcmVmIjoiMTMifSwiQmFja2dyb3VuZCI6eyIkcmVmIjoiMTQifSwiSXNWaXNpYmxlIjpmYWxzZSwiV2lkdGgiOjAuMCwiSGVpZ2h0IjowLjAsIkJvcmRlclN0eWxlIjp7IiRpZCI6IjQ2NCIsIkxpbmVDb2xvciI6bnVsbCwiTGluZVdlaWdodCI6MC4wLCJMaW5lVHlwZSI6MCwiUGFyZW50U3R5bGUiOm51bGx9LCJQYXJlbnRTdHlsZSI6bnVsbH0sIkR1cmF0aW9uU3R5bGUiOnsiJGlkIjoiNDY1IiwiRm9udFNldHRpbmdzIjp7IiRpZCI6IjQ2NiIsIkZvbnRTaXplIjo5LCJGb250TmFtZSI6IkFyaWFsIiwiSXNCb2xkIjpmYWxzZSwiSXNJdGFsaWMiOmZhbHNlLCJJc1VuZGVybGluZWQiOmZhbHNlLCJQYXJlbnRTdHlsZSI6bnVsbH0sIkF1dG9TaXplIjowLCJGb3JlZ3JvdW5kIjp7IiRpZCI6IjQ2NyIsIkNvbG9yIjp7IiRpZCI6IjQ2OCIsIkEiOjI1NSwiUiI6MjM3LCJHIjoxMjUsIkIiOjQ5fX0sIk1heFdpZHRoIjo5Nj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mZhbHNlLCJXaWR0aCI6MC4wLCJIZWlnaHQiOjAuMCwiQm9yZGVyU3R5bGUiOnsiJGlkIjoiNDY5IiwiTGluZUNvbG9yIjpudWxsLCJMaW5lV2VpZ2h0IjowLjAsIkxpbmVUeXBlIjowLCJQYXJlbnRTdHlsZSI6bnVsbH0sIlBhcmVudFN0eWxlIjpudWxsfSwiSG9yaXpvbnRhbENvbm5lY3RvclN0eWxlIjp7IiRpZCI6IjQ3MCIsIkxpbmVDb2xvciI6eyIkcmVmIjoiMjYifSwiTGluZVdlaWdodCI6MS4wLCJMaW5lVHlwZSI6MCwiUGFyZW50U3R5bGUiOm51bGx9LCJWZXJ0aWNhbENvbm5lY3RvclN0eWxlIjp7IiRpZCI6IjQ3MSIsIkxpbmVDb2xvciI6eyIkcmVmIjoiMjkifSwiTGluZVdlaWdodCI6MS4wLCJMaW5lVHlwZSI6MCwiUGFyZW50U3R5bGUiOm51bGx9LCJNYXJnaW4iOm51bGwsIlN0YXJ0RGF0ZVBvc2l0aW9uIjozLCJFbmREYXRlUG9zaXRpb24iOjMsIkRhdGVJc1Zpc2libGUiOnRydWUsIlRpdGxlUG9zaXRpb24iOjIsIkR1cmF0aW9uUG9zaXRpb24iOjYsIlBlcmNlbnRhZ2VDb21wbGV0ZWRQb3NpdGlvbiI6NiwiU3BhY2luZyI6MywiSXNCZWxvd1RpbWViYW5kIjp0cnVlLCJQZXJjZW50YWdlQ29tcGxldGVTaGFwZU9wYWNpdHkiOjM1LCJTaGFwZVN0eWxlIjp7IiRpZCI6IjQ3MiIsIk1hcmdpbiI6eyIkcmVmIjoiMzIifSwiUGFkZGluZyI6eyIkcmVmIjoiMzMifSwiQmFja2dyb3VuZCI6eyIkaWQiOiI0NzMiLCJDb2xvciI6eyIkaWQiOiI0NzQiLCJBIjoyNTUsIlIiOjI1NCwiRyI6MTkwLCJCIjozfX0sIklzVmlzaWJsZSI6dHJ1ZSwiV2lkdGgiOjAuMCwiSGVpZ2h0IjoxNi4wLCJCb3JkZXJTdHlsZSI6eyIkaWQiOiI0NzUiLCJMaW5lQ29sb3IiOnsiJHJlZiI6IjM3In0sIkxpbmVXZWlnaHQiOjAuMCwiTGluZVR5cGUiOjAsIlBhcmVudFN0eWxlIjpudWxsfSwiUGFyZW50U3R5bGUiOm51bGx9LCJUaXRsZVN0eWxlIjp7IiRpZCI6IjQ3NiIsIkZvbnRTZXR0aW5ncyI6eyIkaWQiOiI0NzciLCJGb250U2l6ZSI6MTAsIkZvbnROYW1lIjoiQXJpYWwiLCJJc0JvbGQiOnRydWUsIklzSXRhbGljIjpmYWxzZSwiSXNVbmRlcmxpbmVkIjpmYWxzZSwiUGFyZW50U3R5bGUiOm51bGx9LCJBdXRvU2l6ZSI6MCwiRm9yZWdyb3VuZCI6eyIkaWQiOiI0NzgiLCJDb2xvciI6eyIkaWQiOiI0Nzk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Q4MCIsIkxpbmVDb2xvciI6bnVsbCwiTGluZVdlaWdodCI6MC4wLCJMaW5lVHlwZSI6MCwiUGFyZW50U3R5bGUiOm51bGx9LCJQYXJlbnRTdHlsZSI6bnVsbH0sIkRhdGVTdHlsZSI6eyIkaWQiOiI0ODEiLCJGb250U2V0dGluZ3MiOnsiJGlkIjoiNDgyIiwiRm9udFNpemUiOjEwLCJGb250TmFtZSI6IkFyaWFsIiwiSXNCb2xkIjpmYWxzZSwiSXNJdGFsaWMiOmZhbHNlLCJJc1VuZGVybGluZWQiOmZhbHNlLCJQYXJlbnRTdHlsZSI6bnVsbH0sIkF1dG9TaXplIjowLCJGb3JlZ3JvdW5kIjp7IiRpZCI6IjQ4MyIsIkNvbG9yIjp7IiRpZCI6IjQ4NC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Q4NSIsIkxpbmVDb2xvciI6bnVsbCwiTGluZVdlaWdodCI6MC4wLCJMaW5lVHlwZSI6MCwiUGFyZW50U3R5bGUiOm51bGx9LCJQYXJlbnRTdHlsZSI6bnVsbH0sIkRhdGVGb3JtYXQiOnsiJGlkIjoiNDg2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Q4NyIsIkZvcm1hdCI6MCwiSXNWaXNpYmxlIjpmYWxzZSwiTGFzdEtub3duVmlzaWJpbGl0eVN0YXRlIjpmYWxzZX0sIklzVmlzaWJsZSI6dHJ1ZSwiUGFyZW50U3R5bGUiOm51bGx9LCJJbmRleCI6NCwiU21hcnREdXJhdGlvbkFjdGl2YXRlZCI6ZmFsc2UsIkRhdGVGb3JtYXQiOnsiJHJlZiI6IjQ4NiJ9LCJXZWVrTnVtYmVyaW5nIjp7IiRpZCI6IjQ4OCIsIkZvcm1hdCI6MCwiSXNWaXNpYmxlIjpmYWxzZSwiTGFzdEtub3duVmlzaWJpbGl0eVN0YXRlIjpmYWxzZX0sIklkIjoiNDdiOTQ2YWQtNjQ2OS00ZWExLWI4OTgtMjFmZDZlMTI4Mzk2IiwiSW1wb3J0SWQiOm51bGwsIlRpdGxlIjoiRml4IHZ1bG5lcmFiaWxpdGllcyAtIE9wZW5IYW5kcyIsIk5vdGUiOm51bGwsIkh5cGVybGluayI6eyIkaWQiOiI0ODkiLCJBZGRyZXNzIjoiIiwiU3ViQWRkcmVzcyI6IiJ9LCJJc0NoYW5nZWQiOmZhbHNlLCJJc05ldyI6ZmFsc2V9fV0sIl9taWxlc3RvbmVzIjpbeyIkaWQiOiI0OTAiLCJJZCI6IjJiM2ZmNGY4LWIzMDgtNDQ3YS1hNTI2LTEyYmI4ZmQ1N2NhYyIsIkluZGV4Ijo1LCJHcm91cElkIjpudWxsLCJUaXRsZSI6Ik5vZGUgdG8gUHl0aG9uIC0gV2luZHN1cmYiLCJEYXRlVGltZSI6IjIwMjUtMDYtMjZUMjM6NTk6MDBaIiwiUGVyY2VudGFnZUNvbXBsZXRlIjpudWxsLCJOb3RlIjpudWxsLCJTdHlsZSI6eyIkaWQiOiI0OTEiLCJUaXRsZVBvc2l0aW9uIjoiQWJvdmUiLCJEYXRlUG9zaXRpb24iOiJBYm92ZSIsIlNoYXBlVHlwZSI6MTQsIlNoYXBlU2l6ZSI6MSwiU2hhcGVTdHlsZSI6eyIkaWQiOiI0OTIiLCJNYXJnaW4iOnsiJHJlZiI6IjM2MSJ9LCJQYWRkaW5nIjp7IiRyZWYiOiIzNjIifSwiQmFja2dyb3VuZCI6eyIkaWQiOiI0OTMiLCJDb2xvciI6eyIkaWQiOiI0OTQiLCJBIjoyNTUsIlIiOjE5MCwiRyI6MTQzLCJCIjoyfX0sIklzVmlzaWJsZSI6dHJ1ZSwiV2lkdGgiOjEzLjAsIkhlaWdodCI6MTMuMCwiQm9yZGVyU3R5bGUiOnsiJGlkIjoiNDk1IiwiTGluZUNvbG9yIjp7IiRyZWYiOiIzNjYifSwiTGluZVdlaWdodCI6MC4wLCJMaW5lVHlwZSI6MCwiUGFyZW50U3R5bGUiOm51bGx9LCJQYXJlbnRTdHlsZSI6bnVsbH0sIlRpdGxlU3R5bGUiOnsiJGlkIjoiNDk2IiwiRm9udFNldHRpbmdzIjp7IiRpZCI6IjQ5NyIsIkZvbnRTaXplIjoxMCwiRm9udE5hbWUiOiJBcmlhbCIsIklzQm9sZCI6ZmFsc2UsIklzSXRhbGljIjpmYWxzZSwiSXNVbmRlcmxpbmVkIjpmYWxzZSwiUGFyZW50U3R5bGUiOm51bGx9LCJBdXRvU2l6ZSI6MCwiRm9yZWdyb3VuZCI6eyIkcmVmIjoiMzcwIn0sIk1heFdpZHRoIjo5NjAuMCwiTWF4SGVpZ2h0IjoiSW5maW5pdHkiLCJTbWFydEZvcmVncm91bmRJc0FjdGl2ZSI6ZmFsc2UsIkhvcml6b250YWxBbGlnbm1lbnQiOjEsIlZlcnRpY2FsQWxpZ25tZW50IjowLCJTbWFydEZvcmVncm91bmQiOm51bGwsIkJhY2tncm91bmRGaWxsVHlwZSI6MCwiTWFyZ2luIjp7IiRyZWYiOiIzNzIifSwiUGFkZGluZyI6eyIkcmVmIjoiMzczIn0sIkJhY2tncm91bmQiOnsiJHJlZiI6IjM3NCJ9LCJJc1Zpc2libGUiOnRydWUsIldpZHRoIjowLjAsIkhlaWdodCI6MC4wLCJCb3JkZXJTdHlsZSI6bnVsbCwiUGFyZW50U3R5bGUiOm51bGx9LCJEYXRlU3R5bGUiOnsiJGlkIjoiNDk4IiwiRm9udFNldHRpbmdzIjp7IiRpZCI6IjQ5OSIsIkZvbnRTaXplIjo5LCJGb250TmFtZSI6IkFyaWFsIiwiSXNCb2xkIjpmYWxzZSwiSXNJdGFsaWMiOmZhbHNlLCJJc1VuZGVybGluZWQiOmZhbHNlLCJQYXJlbnRTdHlsZSI6bnVsbH0sIkF1dG9TaXplIjowLCJGb3JlZ3JvdW5kIjp7IiRyZWYiOiIzNzcifSwiTWF4V2lkdGgiOjk2MC4wLCJNYXhIZWlnaHQiOiJJbmZpbml0eSIsIlNtYXJ0Rm9yZWdyb3VuZElzQWN0aXZlIjpmYWxzZSwiSG9yaXpvbnRhbEFsaWdubWVudCI6MSwiVmVydGljYWxBbGlnbm1lbnQiOjAsIlNtYXJ0Rm9yZWdyb3VuZCI6bnVsbCwiQmFja2dyb3VuZEZpbGxUeXBlIjowLCJNYXJnaW4iOnsiJHJlZiI6IjM3OSJ9LCJQYWRkaW5nIjp7IiRyZWYiOiIzODAifSwiQmFja2dyb3VuZCI6eyIkcmVmIjoiMzgxIn0sIklzVmlzaWJsZSI6dHJ1ZSwiV2lkdGgiOjAuMCwiSGVpZ2h0IjowLjAsIkJvcmRlclN0eWxlIjpudWxsLCJQYXJlbnRTdHlsZSI6bnVsbH0sIkRhdGVGb3JtYXQiOnsiJGlkIjoiNTAw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UwMSIsIkZvcm1hdCI6MCwiSXNWaXNpYmxlIjpmYWxzZSwiTGFzdEtub3duVmlzaWJpbGl0eVN0YXRlIjpmYWxzZX0sIklzVmlzaWJsZSI6dHJ1ZSwiUGFyZW50U3R5bGUiOm51bGx9LCJIeXBlcmxpbmsiOm51bGwsIkltcG9ydElkIjpudWxsfSx7IiRpZCI6IjUwMiIsIklkIjoiNzE3NzcwYzgtODRjMS00OGQ3LTg5MGEtYWQxYTZkNWY4ZDM4IiwiSW5kZXgiOjYsIkdyb3VwSWQiOm51bGwsIlRpdGxlIjoiQW5ndWxhciB0byBSZWFjdCAtIFdpbmRzdXJmIiwiRGF0ZVRpbWUiOiIyMDI1LTA4LTA0VDIzOjU5OjAwWiIsIlBlcmNlbnRhZ2VDb21wbGV0ZSI6bnVsbCwiTm90ZSI6bnVsbCwiU3R5bGUiOnsiJGlkIjoiNTAzIiwiVGl0bGVQb3NpdGlvbiI6IkFib3ZlIiwiRGF0ZVBvc2l0aW9uIjoiQWJvdmUiLCJTaGFwZVR5cGUiOjE0LCJTaGFwZVNpemUiOjEsIlNoYXBlU3R5bGUiOnsiJGlkIjoiNTA0IiwiTWFyZ2luIjp7IiRyZWYiOiIzNjEifSwiUGFkZGluZyI6eyIkcmVmIjoiMzYyIn0sIkJhY2tncm91bmQiOnsiJGlkIjoiNTA1IiwiQ29sb3IiOnsiJGlkIjoiNTA2IiwiQSI6MjU1LCJSIjoxOTAsIkciOjE0MywiQiI6Mn19LCJJc1Zpc2libGUiOnRydWUsIldpZHRoIjoxMy4wLCJIZWlnaHQiOjEzLjAsIkJvcmRlclN0eWxlIjp7IiRpZCI6IjUwNyIsIkxpbmVDb2xvciI6eyIkcmVmIjoiMzY2In0sIkxpbmVXZWlnaHQiOjAuMCwiTGluZVR5cGUiOjAsIlBhcmVudFN0eWxlIjpudWxsfSwiUGFyZW50U3R5bGUiOm51bGx9LCJUaXRsZVN0eWxlIjp7IiRpZCI6IjUwOCIsIkZvbnRTZXR0aW5ncyI6eyIkaWQiOiI1MDkiLCJGb250U2l6ZSI6MTAsIkZvbnROYW1lIjoiQXJpYWwiLCJJc0JvbGQiOmZhbHNlLCJJc0l0YWxpYyI6ZmFsc2UsIklzVW5kZXJsaW5lZCI6ZmFsc2UsIlBhcmVudFN0eWxlIjpudWxsfSwiQXV0b1NpemUiOjAsIkZvcmVncm91bmQiOnsiJHJlZiI6IjM3MCJ9LCJNYXhXaWR0aCI6OTYwLjAsIk1heEhlaWdodCI6IkluZmluaXR5IiwiU21hcnRGb3JlZ3JvdW5kSXNBY3RpdmUiOmZhbHNlLCJIb3Jpem9udGFsQWxpZ25tZW50IjoxLCJWZXJ0aWNhbEFsaWdubWVudCI6MCwiU21hcnRGb3JlZ3JvdW5kIjpudWxsLCJCYWNrZ3JvdW5kRmlsbFR5cGUiOjAsIk1hcmdpbiI6eyIkcmVmIjoiMzcyIn0sIlBhZGRpbmciOnsiJHJlZiI6IjM3MyJ9LCJCYWNrZ3JvdW5kIjp7IiRyZWYiOiIzNzQifSwiSXNWaXNpYmxlIjp0cnVlLCJXaWR0aCI6MC4wLCJIZWlnaHQiOjAuMCwiQm9yZGVyU3R5bGUiOm51bGwsIlBhcmVudFN0eWxlIjpudWxsfSwiRGF0ZVN0eWxlIjp7IiRpZCI6IjUxMCIsIkZvbnRTZXR0aW5ncyI6eyIkaWQiOiI1MTEiLCJGb250U2l6ZSI6OSwiRm9udE5hbWUiOiJBcmlhbCIsIklzQm9sZCI6ZmFsc2UsIklzSXRhbGljIjpmYWxzZSwiSXNVbmRlcmxpbmVkIjpmYWxzZSwiUGFyZW50U3R5bGUiOm51bGx9LCJBdXRvU2l6ZSI6MCwiRm9yZWdyb3VuZCI6eyIkcmVmIjoiMzc3In0sIk1heFdpZHRoIjo5NjAuMCwiTWF4SGVpZ2h0IjoiSW5maW5pdHkiLCJTbWFydEZvcmVncm91bmRJc0FjdGl2ZSI6ZmFsc2UsIkhvcml6b250YWxBbGlnbm1lbnQiOjEsIlZlcnRpY2FsQWxpZ25tZW50IjowLCJTbWFydEZvcmVncm91bmQiOm51bGwsIkJhY2tncm91bmRGaWxsVHlwZSI6MCwiTWFyZ2luIjp7IiRyZWYiOiIzNzkifSwiUGFkZGluZyI6eyIkcmVmIjoiMzgwIn0sIkJhY2tncm91bmQiOnsiJHJlZiI6IjM4MSJ9LCJJc1Zpc2libGUiOnRydWUsIldpZHRoIjowLjAsIkhlaWdodCI6MC4wLCJCb3JkZXJTdHlsZSI6bnVsbCwiUGFyZW50U3R5bGUiOm51bGx9LCJEYXRlRm9ybWF0Ijp7IiRpZCI6IjUxMi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1MTMiLCJGb3JtYXQiOjAsIklzVmlzaWJsZSI6ZmFsc2UsIkxhc3RLbm93blZpc2liaWxpdHlTdGF0ZSI6ZmFsc2V9LCJJc1Zpc2libGUiOnRydWUsIlBhcmVudFN0eWxlIjpudWxsfSwiSHlwZXJsaW5rIjpudWxsLCJJbXBvcnRJZCI6bnVsbH1dLCJJZCI6ImQ0MzdlZTk4LWI3MDMtNDA5OC05OWE4LWNmNzA1OTcxYjY1YiIsIklzU2luZ2xlSXRlbVJvdyI6ZmFsc2V9LHsiJGlkIjoiNTE0IiwiX3Rhc2tzIjpbeyIkaWQiOiI1MTUiLCJfYXR0YWNoZWRNaWxlc3RvbmVzIjpbXSwiVGFza0RlZmluaXRpb24iOnsiJGlkIjoiNTE2IiwiR3JvdXBOYW1lIjpudWxsLCJTdGFydERhdGUiOiIyMDI1LTA2LTE1VDAwOjAwOjAwWiIsIkVuZERhdGUiOiIyMDI1LTA3LTMxVDIzOjU5OjU5Ljk5OVoiLCJQZXJjZW50YWdlQ29tcGxldGUiOjAuMCwiU3R5bGUiOnsiJGlkIjoiNTE3IiwiU2hhcGUiOjAsIlNoYXBlVGhpY2tuZXNzIjoxLCJEdXJhdGlvbkZvcm1hdCI6MCwiSW5jbHVkZU5vbldvcmtpbmdEYXlzSW5EdXJhdGlvbiI6ZmFsc2UsIlBlcmNlbnRhZ2VDb21wbGV0ZVN0eWxlIjp7IiRpZCI6IjUxOCIsIkZvbnRTZXR0aW5ncyI6eyIkaWQiOiI1MTkiLCJGb250U2l6ZSI6OSwiRm9udE5hbWUiOiJBcmlhbCIsIklzQm9sZCI6ZmFsc2UsIklzSXRhbGljIjpmYWxzZSwiSXNVbmRlcmxpbmVkIjpmYWxzZSwiUGFyZW50U3R5bGUiOm51bGx9LCJBdXRvU2l6ZSI6MCwiRm9yZWdyb3VuZCI6eyIkaWQiOiI1MjAiLCJDb2xvciI6eyIkaWQiOiI1MjEiLCJBIjoyNTUsIlIiOjE5MSwiRyI6MTkxLCJCIjoxOTF9fSwiTWF4V2lkdGgiOjk2MC4wLCJNYXhIZWlnaHQiOiJJbmZpbml0eSIsIlNtYXJ0Rm9yZWdyb3VuZElzQWN0aXZlIjpmYWxzZSwiSG9yaXpvbnRhbEFsaWdubWVudCI6MSwiVmVydGljYWxBbGlnbm1lbnQiOjAsIlNtYXJ0Rm9yZWdyb3VuZCI6bnVsbCwiQmFja2dyb3VuZEZpbGxUeXBlIjowLCJNYXJnaW4iOnsiJHJlZiI6IjEyIn0sIlBhZGRpbmciOnsiJHJlZiI6IjEzIn0sIkJhY2tncm91bmQiOnsiJHJlZiI6IjE0In0sIklzVmlzaWJsZSI6ZmFsc2UsIldpZHRoIjowLjAsIkhlaWdodCI6MC4wLCJCb3JkZXJTdHlsZSI6eyIkaWQiOiI1MjIiLCJMaW5lQ29sb3IiOm51bGwsIkxpbmVXZWlnaHQiOjAuMCwiTGluZVR5cGUiOjAsIlBhcmVudFN0eWxlIjpudWxsfSwiUGFyZW50U3R5bGUiOm51bGx9LCJEdXJhdGlvblN0eWxlIjp7IiRpZCI6IjUyMyIsIkZvbnRTZXR0aW5ncyI6eyIkaWQiOiI1MjQiLCJGb250U2l6ZSI6OSwiRm9udE5hbWUiOiJBcmlhbCIsIklzQm9sZCI6ZmFsc2UsIklzSXRhbGljIjpmYWxzZSwiSXNVbmRlcmxpbmVkIjpmYWxzZSwiUGFyZW50U3R5bGUiOm51bGx9LCJBdXRvU2l6ZSI6MCwiRm9yZWdyb3VuZCI6eyIkaWQiOiI1MjUiLCJDb2xvciI6eyIkaWQiOiI1MjYiLCJBIjoyNTUsIlIiOjIzNywiRyI6MTI1LCJCIjo0OX19LCJNYXhXaWR0aCI6OTY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mYWxzZSwiV2lkdGgiOjAuMCwiSGVpZ2h0IjowLjAsIkJvcmRlclN0eWxlIjp7IiRpZCI6IjUyNyIsIkxpbmVDb2xvciI6bnVsbCwiTGluZVdlaWdodCI6MC4wLCJMaW5lVHlwZSI6MCwiUGFyZW50U3R5bGUiOm51bGx9LCJQYXJlbnRTdHlsZSI6bnVsbH0sIkhvcml6b250YWxDb25uZWN0b3JTdHlsZSI6eyIkaWQiOiI1MjgiLCJMaW5lQ29sb3IiOnsiJHJlZiI6IjI2In0sIkxpbmVXZWlnaHQiOjEuMCwiTGluZVR5cGUiOjAsIlBhcmVudFN0eWxlIjpudWxsfSwiVmVydGljYWxDb25uZWN0b3JTdHlsZSI6eyIkaWQiOiI1MjkiLCJMaW5lQ29sb3IiOnsiJHJlZiI6IjI5In0sIkxpbmVXZWlnaHQiOjEuMCwiTGluZVR5cGUiOjAsIlBhcmVudFN0eWxlIjpudWxsfSwiTWFyZ2luIjpudWxsLCJTdGFydERhdGVQb3NpdGlvbiI6MywiRW5kRGF0ZVBvc2l0aW9uIjozLCJEYXRlSXNWaXNpYmxlIjp0cnVlLCJUaXRsZVBvc2l0aW9uIjoyLCJEdXJhdGlvblBvc2l0aW9uIjo2LCJQZXJjZW50YWdlQ29tcGxldGVkUG9zaXRpb24iOjYsIlNwYWNpbmciOjMsIklzQmVsb3dUaW1lYmFuZCI6dHJ1ZSwiUGVyY2VudGFnZUNvbXBsZXRlU2hhcGVPcGFjaXR5IjozNSwiU2hhcGVTdHlsZSI6eyIkaWQiOiI1MzAiLCJNYXJnaW4iOnsiJHJlZiI6IjMyIn0sIlBhZGRpbmciOnsiJHJlZiI6IjMzIn0sIkJhY2tncm91bmQiOnsiJGlkIjoiNTMxIiwiQ29sb3IiOnsiJGlkIjoiNTMyIiwiQSI6MjU1LCJSIjoxMjgsIkciOjE4NSwiQiI6MjIyfX0sIklzVmlzaWJsZSI6dHJ1ZSwiV2lkdGgiOjAuMCwiSGVpZ2h0IjoxNi4wLCJCb3JkZXJTdHlsZSI6eyIkaWQiOiI1MzMiLCJMaW5lQ29sb3IiOnsiJHJlZiI6IjM3In0sIkxpbmVXZWlnaHQiOjAuMCwiTGluZVR5cGUiOjAsIlBhcmVudFN0eWxlIjpudWxsfSwiUGFyZW50U3R5bGUiOm51bGx9LCJUaXRsZVN0eWxlIjp7IiRpZCI6IjUzNCIsIkZvbnRTZXR0aW5ncyI6eyIkaWQiOiI1MzUiLCJGb250U2l6ZSI6MTAsIkZvbnROYW1lIjoiQXJpYWwiLCJJc0JvbGQiOnRydWUsIklzSXRhbGljIjpmYWxzZSwiSXNVbmRlcmxpbmVkIjpmYWxzZSwiUGFyZW50U3R5bGUiOm51bGx9LCJBdXRvU2l6ZSI6MCwiRm9yZWdyb3VuZCI6eyIkaWQiOiI1MzYiLCJDb2xvciI6eyIkaWQiOiI1Mzc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UzOCIsIkxpbmVDb2xvciI6bnVsbCwiTGluZVdlaWdodCI6MC4wLCJMaW5lVHlwZSI6MCwiUGFyZW50U3R5bGUiOm51bGx9LCJQYXJlbnRTdHlsZSI6bnVsbH0sIkRhdGVTdHlsZSI6eyIkaWQiOiI1MzkiLCJGb250U2V0dGluZ3MiOnsiJGlkIjoiNTQwIiwiRm9udFNpemUiOjEwLCJGb250TmFtZSI6IkFyaWFsIiwiSXNCb2xkIjpmYWxzZSwiSXNJdGFsaWMiOmZhbHNlLCJJc1VuZGVybGluZWQiOmZhbHNlLCJQYXJlbnRTdHlsZSI6bnVsbH0sIkF1dG9TaXplIjowLCJGb3JlZ3JvdW5kIjp7IiRpZCI6IjU0MSIsIkNvbG9yIjp7IiRpZCI6IjU0MiIsIkEiOjI1NSwiUiI6NjgsIkciOjg0LCJCIjoxMDZ9fSwiTWF4V2lkdGgiOjk2MC4wLCJNYXhIZWlnaHQiOiJJbmZpbml0eSIsIlNtYXJ0Rm9yZWdyb3VuZElzQWN0aXZlIjpmYWxzZSwiSG9yaXpvbnRhbEFsaWdubWVudCI6MCwiVmVydGljYWxBbGlnbm1lbnQiOjAsIlNtYXJ0Rm9yZWdyb3VuZCI6bnVsbCwiQmFja2dyb3VuZEZpbGxUeXBlIjowLCJNYXJnaW4iOnsiJHJlZiI6IjUxIn0sIlBhZGRpbmciOnsiJHJlZiI6IjUyIn0sIkJhY2tncm91bmQiOnsiJHJlZiI6IjUzIn0sIklzVmlzaWJsZSI6dHJ1ZSwiV2lkdGgiOjAuMCwiSGVpZ2h0IjowLjAsIkJvcmRlclN0eWxlIjp7IiRpZCI6IjU0MyIsIkxpbmVDb2xvciI6bnVsbCwiTGluZVdlaWdodCI6MC4wLCJMaW5lVHlwZSI6MCwiUGFyZW50U3R5bGUiOm51bGx9LCJQYXJlbnRTdHlsZSI6bnVsbH0sIkRhdGVGb3JtYXQiOnsiJGlkIjoiNTQ0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U0NSIsIkZvcm1hdCI6MCwiSXNWaXNpYmxlIjpmYWxzZSwiTGFzdEtub3duVmlzaWJpbGl0eVN0YXRlIjpmYWxzZX0sIklzVmlzaWJsZSI6dHJ1ZSwiUGFyZW50U3R5bGUiOm51bGx9LCJJbmRleCI6MTMsIlNtYXJ0RHVyYXRpb25BY3RpdmF0ZWQiOmZhbHNlLCJEYXRlRm9ybWF0Ijp7IiRyZWYiOiI1NDQifSwiV2Vla051bWJlcmluZyI6eyIkaWQiOiI1NDYiLCJGb3JtYXQiOjAsIklzVmlzaWJsZSI6ZmFsc2UsIkxhc3RLbm93blZpc2liaWxpdHlTdGF0ZSI6ZmFsc2V9LCJJZCI6IjcwNmMxMTAzLThlZjItNGUzYS1hMGZjLTVjYzI5ODdlYjExYiIsIkltcG9ydElkIjpudWxsLCJUaXRsZSI6IkZpeCB2dWxuZXJhYmlsaXRpZXMgLSBEZXZpbiIsIk5vdGUiOm51bGwsIkh5cGVybGluayI6eyIkaWQiOiI1NDciLCJBZGRyZXNzIjoiIiwiU3ViQWRkcmVzcyI6IiJ9LCJJc0NoYW5nZWQiOmZhbHNlLCJJc05ldyI6ZmFsc2V9fV0sIl9taWxlc3RvbmVzIjpbXSwiSWQiOiJmMGY5ZjcwMy03ZTIwLTQ4NTMtOWQ2Ni0xZGU5YjI2ZTE3ODEiLCJJc1NpbmdsZUl0ZW1Sb3ciOmZhbHNlfSx7IiRpZCI6IjU0OCIsIl90YXNrcyI6W3siJGlkIjoiNTQ5IiwiX2F0dGFjaGVkTWlsZXN0b25lcyI6W10sIlRhc2tEZWZpbml0aW9uIjp7IiRpZCI6IjU1MCIsIkdyb3VwTmFtZSI6bnVsbCwiU3RhcnREYXRlIjoiMjAyNS0wMy0xOVQwMDowMDowMFoiLCJFbmREYXRlIjoiMjAyNS0wNi0zMFQyMzo1OTo1OS45OTlaIiwiUGVyY2VudGFnZUNvbXBsZXRlIjowLjAsIlN0eWxlIjp7IiRpZCI6IjU1MSIsIlNoYXBlIjowLCJTaGFwZVRoaWNrbmVzcyI6MSwiRHVyYXRpb25Gb3JtYXQiOjAsIkluY2x1ZGVOb25Xb3JraW5nRGF5c0luRHVyYXRpb24iOmZhbHNlLCJQZXJjZW50YWdlQ29tcGxldGVTdHlsZSI6eyIkaWQiOiI1NTIiLCJGb250U2V0dGluZ3MiOnsiJGlkIjoiNTUzIiwiRm9udFNpemUiOjksIkZvbnROYW1lIjoiQXJpYWwiLCJJc0JvbGQiOmZhbHNlLCJJc0l0YWxpYyI6ZmFsc2UsIklzVW5kZXJsaW5lZCI6ZmFsc2UsIlBhcmVudFN0eWxlIjpudWxsfSwiQXV0b1NpemUiOjAsIkZvcmVncm91bmQiOnsiJGlkIjoiNTU0IiwiQ29sb3IiOnsiJGlkIjoiNTU1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TU2IiwiTGluZUNvbG9yIjpudWxsLCJMaW5lV2VpZ2h0IjowLjAsIkxpbmVUeXBlIjowLCJQYXJlbnRTdHlsZSI6bnVsbH0sIlBhcmVudFN0eWxlIjpudWxsfSwiRHVyYXRpb25TdHlsZSI6eyIkaWQiOiI1NTciLCJGb250U2V0dGluZ3MiOnsiJGlkIjoiNTU4IiwiRm9udFNpemUiOjksIkZvbnROYW1lIjoiQXJpYWwiLCJJc0JvbGQiOmZhbHNlLCJJc0l0YWxpYyI6ZmFsc2UsIklzVW5kZXJsaW5lZCI6ZmFsc2UsIlBhcmVudFN0eWxlIjpudWxsfSwiQXV0b1NpemUiOjAsIkZvcmVncm91bmQiOnsiJGlkIjoiNTU5IiwiQ29sb3IiOnsiJGlkIjoiNTYw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1NjEiLCJMaW5lQ29sb3IiOm51bGwsIkxpbmVXZWlnaHQiOjAuMCwiTGluZVR5cGUiOjAsIlBhcmVudFN0eWxlIjpudWxsfSwiUGFyZW50U3R5bGUiOm51bGx9LCJIb3Jpem9udGFsQ29ubmVjdG9yU3R5bGUiOnsiJGlkIjoiNTYyIiwiTGluZUNvbG9yIjp7IiRyZWYiOiIyNiJ9LCJMaW5lV2VpZ2h0IjoxLjAsIkxpbmVUeXBlIjowLCJQYXJlbnRTdHlsZSI6bnVsbH0sIlZlcnRpY2FsQ29ubmVjdG9yU3R5bGUiOnsiJGlkIjoiNTYzIiwiTGluZUNvbG9yIjp7IiRyZWYiOiIyOSJ9LCJMaW5lV2VpZ2h0Ijox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U2NCIsIk1hcmdpbiI6eyIkcmVmIjoiMzIifSwiUGFkZGluZyI6eyIkcmVmIjoiMzMifSwiQmFja2dyb3VuZCI6eyIkaWQiOiI1NjUiLCJDb2xvciI6eyIkaWQiOiI1NjYiLCJBIjoyNTUsIlIiOjI1NSwiRyI6MTkxLCJCIjo0fX0sIklzVmlzaWJsZSI6dHJ1ZSwiV2lkdGgiOjAuMCwiSGVpZ2h0IjoxNi4wLCJCb3JkZXJTdHlsZSI6eyIkaWQiOiI1NjciLCJMaW5lQ29sb3IiOnsiJHJlZiI6IjM3In0sIkxpbmVXZWlnaHQiOjAuMCwiTGluZVR5cGUiOjAsIlBhcmVudFN0eWxlIjpudWxsfSwiUGFyZW50U3R5bGUiOm51bGx9LCJUaXRsZVN0eWxlIjp7IiRpZCI6IjU2OCIsIkZvbnRTZXR0aW5ncyI6eyIkaWQiOiI1NjkiLCJGb250U2l6ZSI6MTAsIkZvbnROYW1lIjoiQXJpYWwiLCJJc0JvbGQiOnRydWUsIklzSXRhbGljIjpmYWxzZSwiSXNVbmRlcmxpbmVkIjpmYWxzZSwiUGFyZW50U3R5bGUiOm51bGx9LCJBdXRvU2l6ZSI6MCwiRm9yZWdyb3VuZCI6eyIkaWQiOiI1NzAiLCJDb2xvciI6eyIkaWQiOiI1NzE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QzIn0sIlBhZGRpbmciOnsiJHJlZiI6IjQ0In0sIkJhY2tncm91bmQiOnsiJHJlZiI6IjQ1In0sIklzVmlzaWJsZSI6dHJ1ZSwiV2lkdGgiOjAuMCwiSGVpZ2h0IjowLjAsIkJvcmRlclN0eWxlIjp7IiRpZCI6IjU3MiIsIkxpbmVDb2xvciI6bnVsbCwiTGluZVdlaWdodCI6MC4wLCJMaW5lVHlwZSI6MCwiUGFyZW50U3R5bGUiOm51bGx9LCJQYXJlbnRTdHlsZSI6bnVsbH0sIkRhdGVTdHlsZSI6eyIkaWQiOiI1NzMiLCJGb250U2V0dGluZ3MiOnsiJGlkIjoiNTc0IiwiRm9udFNpemUiOjksIkZvbnROYW1lIjoiQXJpYWwiLCJJc0JvbGQiOmZhbHNlLCJJc0l0YWxpYyI6ZmFsc2UsIklzVW5kZXJsaW5lZCI6ZmFsc2UsIlBhcmVudFN0eWxlIjpudWxsfSwiQXV0b1NpemUiOjAsIkZvcmVncm91bmQiOnsiJGlkIjoiNTc1IiwiQ29sb3IiOnsiJGlkIjoiNTc2IiwiQSI6MjU1LCJSIjo2OCwiRyI6ODQsIkIiOjEwNn19LCJNYXhXaWR0aCI6OTYwLjAsIk1heEhlaWdodCI6IkluZmluaXR5IiwiU21hcnRGb3JlZ3JvdW5kSXNBY3RpdmUiOmZhbHNlLCJIb3Jpem9udGFsQWxpZ25tZW50IjowLCJWZXJ0aWNhbEFsaWdubWVudCI6MCwiU21hcnRGb3JlZ3JvdW5kIjpudWxsLCJCYWNrZ3JvdW5kRmlsbFR5cGUiOjAsIk1hcmdpbiI6eyIkcmVmIjoiNTEifSwiUGFkZGluZyI6eyIkcmVmIjoiNTIifSwiQmFja2dyb3VuZCI6eyIkcmVmIjoiNTMifSwiSXNWaXNpYmxlIjpmYWxzZSwiV2lkdGgiOjAuMCwiSGVpZ2h0IjowLjAsIkJvcmRlclN0eWxlIjp7IiRpZCI6IjU3NyIsIkxpbmVDb2xvciI6bnVsbCwiTGluZVdlaWdodCI6MC4wLCJMaW5lVHlwZSI6MCwiUGFyZW50U3R5bGUiOm51bGx9LCJQYXJlbnRTdHlsZSI6bnVsbH0sIkRhdGVGb3JtYXQiOnsiJGlkIjoiNTc4IiwiRm9ybWF0U3RyaW5nIjoiTU1NIGQiLCJTZXBhcmF0b3IiOiIvIiwiVXNlSW50ZXJuYXRpb25hbERhdGVGb3JtYXQiOmZhbHNlLCJEYXRlSXNWaXNpYmxlIjpmYWxzZSwiVGltZUlzVmlzaWJsZSI6ZmFsc2UsIkhvdXJEaWdpdHMiOjAsIkFtUG1EZXNpZ25hdG9yIjowLCJUcmltMDBNaW51dGVzIjpmYWxzZSwiTGFzdEtub3duVmlzaWJpbGl0eVN0YXRlIjpudWxsfSwiV2Vla051bWJlcmluZyI6eyIkaWQiOiI1NzkiLCJGb3JtYXQiOjAsIklzVmlzaWJsZSI6ZmFsc2UsIkxhc3RLbm93blZpc2liaWxpdHlTdGF0ZSI6ZmFsc2V9LCJJc1Zpc2libGUiOnRydWUsIlBhcmVudFN0eWxlIjpudWxsfSwiSW5kZXgiOjMsIlNtYXJ0RHVyYXRpb25BY3RpdmF0ZWQiOmZhbHNlLCJEYXRlRm9ybWF0Ijp7IiRyZWYiOiI1NzgifSwiV2Vla051bWJlcmluZyI6eyIkaWQiOiI1ODAiLCJGb3JtYXQiOjAsIklzVmlzaWJsZSI6ZmFsc2UsIkxhc3RLbm93blZpc2liaWxpdHlTdGF0ZSI6ZmFsc2V9LCJJZCI6ImViMDQ4NDA0LTliMjYtNGJiNS1iYzkzLTc3ZDg4NzBiMjc0NiIsIkltcG9ydElkIjpudWxsLCJUaXRsZSI6IkphdmEgbGFuZ3VhZ2UgdXBncmFkZSAtIE9wZW5IYW5kcyIsIk5vdGUiOm51bGwsIkh5cGVybGluayI6eyIkaWQiOiI1ODEiLCJBZGRyZXNzIjoiIiwiU3ViQWRkcmVzcyI6IiJ9LCJJc0NoYW5nZWQiOmZhbHNlLCJJc05ldyI6ZmFsc2V9fV0sIl9taWxlc3RvbmVzIjpbeyIkaWQiOiI1ODIiLCJJZCI6IjUxNGNkYjBiLWFhYjMtNDU2Ni1hOTZiLTc3ZjJhOGUxY2IyNCIsIkluZGV4Ijo3LCJHcm91cElkIjpudWxsLCJUaXRsZSI6IlR5cGVzY3JpcHQgdXBncmFkZSAtIFdpbmRzdXJmIiwiRGF0ZVRpbWUiOiIyMDI1LTA3LTI3VDIzOjU5OjAwWiIsIlBlcmNlbnRhZ2VDb21wbGV0ZSI6bnVsbCwiTm90ZSI6bnVsbCwiU3R5bGUiOnsiJGlkIjoiNTgzIiwiVGl0bGVQb3NpdGlvbiI6IlJpZ2h0IiwiRGF0ZVBvc2l0aW9uIjoiTGVmdCIsIlNoYXBlVHlwZSI6MTQsIlNoYXBlU2l6ZSI6MSwiU2hhcGVTdHlsZSI6eyIkaWQiOiI1ODQiLCJNYXJnaW4iOnsiJHJlZiI6IjM2MSJ9LCJQYWRkaW5nIjp7IiRyZWYiOiIzNjIifSwiQmFja2dyb3VuZCI6eyIkaWQiOiI1ODUiLCJDb2xvciI6eyIkaWQiOiI1ODYiLCJBIjoyNTUsIlIiOjE5MCwiRyI6MTQzLCJCIjoyfX0sIklzVmlzaWJsZSI6dHJ1ZSwiV2lkdGgiOjEzLjAsIkhlaWdodCI6MTMuMCwiQm9yZGVyU3R5bGUiOnsiJGlkIjoiNTg3IiwiTGluZUNvbG9yIjp7IiRyZWYiOiIzNjYifSwiTGluZVdlaWdodCI6MC4wLCJMaW5lVHlwZSI6MCwiUGFyZW50U3R5bGUiOm51bGx9LCJQYXJlbnRTdHlsZSI6bnVsbH0sIlRpdGxlU3R5bGUiOnsiJGlkIjoiNTg4IiwiRm9udFNldHRpbmdzIjp7IiRpZCI6IjU4OSIsIkZvbnRTaXplIjoxMCwiRm9udE5hbWUiOiJBcmlhbCIsIklzQm9sZCI6ZmFsc2UsIklzSXRhbGljIjpmYWxzZSwiSXNVbmRlcmxpbmVkIjpmYWxzZSwiUGFyZW50U3R5bGUiOm51bGx9LCJBdXRvU2l6ZSI6MCwiRm9yZWdyb3VuZCI6eyIkcmVmIjoiMzcwIn0sIk1heFdpZHRoIjo5NjAuMCwiTWF4SGVpZ2h0IjoiSW5maW5pdHkiLCJTbWFydEZvcmVncm91bmRJc0FjdGl2ZSI6ZmFsc2UsIkhvcml6b250YWxBbGlnbm1lbnQiOjEsIlZlcnRpY2FsQWxpZ25tZW50IjowLCJTbWFydEZvcmVncm91bmQiOm51bGwsIkJhY2tncm91bmRGaWxsVHlwZSI6MCwiTWFyZ2luIjp7IiRyZWYiOiIzNzIifSwiUGFkZGluZyI6eyIkcmVmIjoiMzczIn0sIkJhY2tncm91bmQiOnsiJHJlZiI6IjM3NCJ9LCJJc1Zpc2libGUiOnRydWUsIldpZHRoIjowLjAsIkhlaWdodCI6MC4wLCJCb3JkZXJTdHlsZSI6bnVsbCwiUGFyZW50U3R5bGUiOm51bGx9LCJEYXRlU3R5bGUiOnsiJGlkIjoiNTkwIiwiRm9udFNldHRpbmdzIjp7IiRpZCI6IjU5MSIsIkZvbnRTaXplIjo5LCJGb250TmFtZSI6IkFyaWFsIiwiSXNCb2xkIjpmYWxzZSwiSXNJdGFsaWMiOmZhbHNlLCJJc1VuZGVybGluZWQiOmZhbHNlLCJQYXJlbnRTdHlsZSI6bnVsbH0sIkF1dG9TaXplIjowLCJGb3JlZ3JvdW5kIjp7IiRyZWYiOiIzNzcifSwiTWF4V2lkdGgiOjk2MC4wLCJNYXhIZWlnaHQiOiJJbmZpbml0eSIsIlNtYXJ0Rm9yZWdyb3VuZElzQWN0aXZlIjpmYWxzZSwiSG9yaXpvbnRhbEFsaWdubWVudCI6MSwiVmVydGljYWxBbGlnbm1lbnQiOjAsIlNtYXJ0Rm9yZWdyb3VuZCI6bnVsbCwiQmFja2dyb3VuZEZpbGxUeXBlIjowLCJNYXJnaW4iOnsiJHJlZiI6IjM3OSJ9LCJQYWRkaW5nIjp7IiRyZWYiOiIzODAifSwiQmFja2dyb3VuZCI6eyIkcmVmIjoiMzgxIn0sIklzVmlzaWJsZSI6dHJ1ZSwiV2lkdGgiOjAuMCwiSGVpZ2h0IjowLjAsIkJvcmRlclN0eWxlIjpudWxsLCJQYXJlbnRTdHlsZSI6bnVsbH0sIkRhdGVGb3JtYXQiOnsiJGlkIjoiNTkyIiwiRm9ybWF0U3RyaW5nIjoiTU1NIGQiLCJTZXBhcmF0b3IiOiIvIiwiVXNlSW50ZXJuYXRpb25hbERhdGVGb3JtYXQiOmZhbHNlLCJEYXRlSXNWaXNpYmxlIjp0cnVlLCJUaW1lSXNWaXNpYmxlIjpmYWxzZSwiSG91ckRpZ2l0cyI6MCwiQW1QbURlc2lnbmF0b3IiOjAsIlRyaW0wME1pbnV0ZXMiOmZhbHNlLCJMYXN0S25vd25WaXNpYmlsaXR5U3RhdGUiOm51bGx9LCJXZWVrTnVtYmVyaW5nIjp7IiRpZCI6IjU5MyIsIkZvcm1hdCI6MCwiSXNWaXNpYmxlIjpmYWxzZSwiTGFzdEtub3duVmlzaWJpbGl0eVN0YXRlIjpmYWxzZX0sIklzVmlzaWJsZSI6dHJ1ZSwiUGFyZW50U3R5bGUiOm51bGx9LCJIeXBlcmxpbmsiOm51bGwsIkltcG9ydElkIjpudWxsfV0sIklkIjoiOGY5OTAxMzMtNjg1Zi00ZjFjLWI1ZWItYTJkZDBiNWE0MzlmIiwiSXNTaW5nbGVJdGVtUm93IjpmYWxzZX0seyIkaWQiOiI1OTQiLCJfdGFza3MiOlt7IiRpZCI6IjU5NSIsIl9hdHRhY2hlZE1pbGVzdG9uZXMiOltdLCJUYXNrRGVmaW5pdGlvbiI6eyIkaWQiOiI1OTYiLCJHcm91cE5hbWUiOm51bGwsIlN0YXJ0RGF0ZSI6IjIwMjUtMDMtMThUMDA6MDA6MDBaIiwiRW5kRGF0ZSI6IjIwMjUtMDUtMjFUMjM6NTk6NTkuOTk5WiIsIlBlcmNlbnRhZ2VDb21wbGV0ZSI6MC4wLCJTdHlsZSI6eyIkaWQiOiI1OTciLCJTaGFwZSI6MCwiU2hhcGVUaGlja25lc3MiOjEsIkR1cmF0aW9uRm9ybWF0IjowLCJJbmNsdWRlTm9uV29ya2luZ0RheXNJbkR1cmF0aW9uIjpmYWxzZSwiUGVyY2VudGFnZUNvbXBsZXRlU3R5bGUiOnsiJGlkIjoiNTk4IiwiRm9udFNldHRpbmdzIjp7IiRpZCI6IjU5OSIsIkZvbnRTaXplIjo5LCJGb250TmFtZSI6IkFyaWFsIiwiSXNCb2xkIjpmYWxzZSwiSXNJdGFsaWMiOmZhbHNlLCJJc1VuZGVybGluZWQiOmZhbHNlLCJQYXJlbnRTdHlsZSI6bnVsbH0sIkF1dG9TaXplIjowLCJGb3JlZ3JvdW5kIjp7IiRpZCI6IjYwMCIsIkNvbG9yIjp7IiRpZCI6IjYwMSIsIkEiOjI1NSwiUiI6MTkxLCJHIjoxOTEsIkIiOjE5MX19LCJNYXhXaWR0aCI6OTYwLjAsIk1heEhlaWdodCI6IkluZmluaXR5IiwiU21hcnRGb3JlZ3JvdW5kSXNBY3RpdmUiOmZhbHNlLCJIb3Jpem9udGFsQWxpZ25tZW50IjoxLCJWZXJ0aWNhbEFsaWdubWVudCI6MCwiU21hcnRGb3JlZ3JvdW5kIjpudWxsLCJCYWNrZ3JvdW5kRmlsbFR5cGUiOjAsIk1hcmdpbiI6eyIkcmVmIjoiMTIifSwiUGFkZGluZyI6eyIkcmVmIjoiMTMifSwiQmFja2dyb3VuZCI6eyIkcmVmIjoiMTQifSwiSXNWaXNpYmxlIjpmYWxzZSwiV2lkdGgiOjAuMCwiSGVpZ2h0IjowLjAsIkJvcmRlclN0eWxlIjp7IiRpZCI6IjYwMiIsIkxpbmVDb2xvciI6bnVsbCwiTGluZVdlaWdodCI6MC4wLCJMaW5lVHlwZSI6MCwiUGFyZW50U3R5bGUiOm51bGx9LCJQYXJlbnRTdHlsZSI6bnVsbH0sIkR1cmF0aW9uU3R5bGUiOnsiJGlkIjoiNjAzIiwiRm9udFNldHRpbmdzIjp7IiRpZCI6IjYwNCIsIkZvbnRTaXplIjo5LCJGb250TmFtZSI6IkFyaWFsIiwiSXNCb2xkIjpmYWxzZSwiSXNJdGFsaWMiOmZhbHNlLCJJc1VuZGVybGluZWQiOmZhbHNlLCJQYXJlbnRTdHlsZSI6bnVsbH0sIkF1dG9TaXplIjowLCJGb3JlZ3JvdW5kIjp7IiRpZCI6IjYwNSIsIkNvbG9yIjp7IiRpZCI6IjYwNiIsIkEiOjI1NSwiUiI6MjM3LCJHIjoxMjUsIkIiOjQ5fX0sIk1heFdpZHRoIjo5Nj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mZhbHNlLCJXaWR0aCI6MC4wLCJIZWlnaHQiOjAuMCwiQm9yZGVyU3R5bGUiOnsiJGlkIjoiNjA3IiwiTGluZUNvbG9yIjpudWxsLCJMaW5lV2VpZ2h0IjowLjAsIkxpbmVUeXBlIjowLCJQYXJlbnRTdHlsZSI6bnVsbH0sIlBhcmVudFN0eWxlIjpudWxsfSwiSG9yaXpvbnRhbENvbm5lY3RvclN0eWxlIjp7IiRpZCI6IjYwOCIsIkxpbmVDb2xvciI6eyIkcmVmIjoiMjYifSwiTGluZVdlaWdodCI6MS4wLCJMaW5lVHlwZSI6MCwiUGFyZW50U3R5bGUiOm51bGx9LCJWZXJ0aWNhbENvbm5lY3RvclN0eWxlIjp7IiRpZCI6IjYwOSIsIkxpbmVDb2xvciI6eyIkcmVmIjoiMjkifSwiTGluZVdlaWdodCI6MS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2MTAiLCJNYXJnaW4iOnsiJHJlZiI6IjMyIn0sIlBhZGRpbmciOnsiJHJlZiI6IjMzIn0sIkJhY2tncm91bmQiOnsiJGlkIjoiNjExIiwiQ29sb3IiOnsiJGlkIjoiNjEyIiwiQSI6MjU1LCJSIjoyNTUsIkciOjE5MSwiQiI6NH19LCJJc1Zpc2libGUiOnRydWUsIldpZHRoIjowLjAsIkhlaWdodCI6MTYuMCwiQm9yZGVyU3R5bGUiOnsiJGlkIjoiNjEzIiwiTGluZUNvbG9yIjp7IiRyZWYiOiIzNyJ9LCJMaW5lV2VpZ2h0IjowLjAsIkxpbmVUeXBlIjowLCJQYXJlbnRTdHlsZSI6bnVsbH0sIlBhcmVudFN0eWxlIjpudWxsfSwiVGl0bGVTdHlsZSI6eyIkaWQiOiI2MTQiLCJGb250U2V0dGluZ3MiOnsiJGlkIjoiNjE1IiwiRm9udFNpemUiOjEwLCJGb250TmFtZSI6IkFyaWFsIiwiSXNCb2xkIjp0cnVlLCJJc0l0YWxpYyI6ZmFsc2UsIklzVW5kZXJsaW5lZCI6ZmFsc2UsIlBhcmVudFN0eWxlIjpudWxsfSwiQXV0b1NpemUiOjAsIkZvcmVncm91bmQiOnsiJGlkIjoiNjE2IiwiQ29sb3IiOnsiJGlkIjoiNjE3IiwiQSI6MjU1LCJSIjowLCJHIjowLCJCIjowfX0sIk1heFdpZHRoIjoyMTMuMjkyMDAwNzUwOTAyMDgsIk1heEhlaWdodCI6IkluZmluaXR5IiwiU21hcnRGb3JlZ3JvdW5kSXNBY3RpdmUiOmZhbHNlLCJIb3Jpem9udGFsQWxpZ25tZW50IjoxLCJWZXJ0aWNhbEFsaWdubWVudCI6MCwiU21hcnRGb3JlZ3JvdW5kIjpudWxsLCJCYWNrZ3JvdW5kRmlsbFR5cGUiOjAsIk1hcmdpbiI6eyIkcmVmIjoiNDMifSwiUGFkZGluZyI6eyIkcmVmIjoiNDQifSwiQmFja2dyb3VuZCI6eyIkcmVmIjoiNDUifSwiSXNWaXNpYmxlIjp0cnVlLCJXaWR0aCI6MC4wLCJIZWlnaHQiOjAuMCwiQm9yZGVyU3R5bGUiOnsiJGlkIjoiNjE4IiwiTGluZUNvbG9yIjpudWxsLCJMaW5lV2VpZ2h0IjowLjAsIkxpbmVUeXBlIjowLCJQYXJlbnRTdHlsZSI6bnVsbH0sIlBhcmVudFN0eWxlIjpudWxsfSwiRGF0ZVN0eWxlIjp7IiRpZCI6IjYxOSIsIkZvbnRTZXR0aW5ncyI6eyIkaWQiOiI2MjAiLCJGb250U2l6ZSI6OSwiRm9udE5hbWUiOiJBcmlhbCIsIklzQm9sZCI6ZmFsc2UsIklzSXRhbGljIjpmYWxzZSwiSXNVbmRlcmxpbmVkIjpmYWxzZSwiUGFyZW50U3R5bGUiOm51bGx9LCJBdXRvU2l6ZSI6MCwiRm9yZWdyb3VuZCI6eyIkaWQiOiI2MjEiLCJDb2xvciI6eyIkaWQiOiI2MjIiLCJBIjoyNTUsIlIiOjY4LCJHIjo4NCwiQiI6MTA2fX0sIk1heFdpZHRoIjo5NjAuMCwiTWF4SGVpZ2h0IjoiSW5maW5pdHkiLCJTbWFydEZvcmVncm91bmRJc0FjdGl2ZSI6ZmFsc2UsIkhvcml6b250YWxBbGlnbm1lbnQiOjAsIlZlcnRpY2FsQWxpZ25tZW50IjowLCJTbWFydEZvcmVncm91bmQiOm51bGwsIkJhY2tncm91bmRGaWxsVHlwZSI6MCwiTWFyZ2luIjp7IiRyZWYiOiI1MSJ9LCJQYWRkaW5nIjp7IiRyZWYiOiI1MiJ9LCJCYWNrZ3JvdW5kIjp7IiRyZWYiOiI1MyJ9LCJJc1Zpc2libGUiOmZhbHNlLCJXaWR0aCI6MC4wLCJIZWlnaHQiOjAuMCwiQm9yZGVyU3R5bGUiOnsiJGlkIjoiNjIzIiwiTGluZUNvbG9yIjpudWxsLCJMaW5lV2VpZ2h0IjowLjAsIkxpbmVUeXBlIjowLCJQYXJlbnRTdHlsZSI6bnVsbH0sIlBhcmVudFN0eWxlIjpudWxsfSwiRGF0ZUZvcm1hdCI6eyIkaWQiOiI2MjQiLCJGb3JtYXRTdHJpbmciOiJNTU0gZCIsIlNlcGFyYXRvciI6Ii8iLCJVc2VJbnRlcm5hdGlvbmFsRGF0ZUZvcm1hdCI6ZmFsc2UsIkRhdGVJc1Zpc2libGUiOmZhbHNlLCJUaW1lSXNWaXNpYmxlIjpmYWxzZSwiSG91ckRpZ2l0cyI6MCwiQW1QbURlc2lnbmF0b3IiOjAsIlRyaW0wME1pbnV0ZXMiOmZhbHNlLCJMYXN0S25vd25WaXNpYmlsaXR5U3RhdGUiOm51bGx9LCJXZWVrTnVtYmVyaW5nIjp7IiRpZCI6IjYyNSIsIkZvcm1hdCI6MCwiSXNWaXNpYmxlIjpmYWxzZSwiTGFzdEtub3duVmlzaWJpbGl0eVN0YXRlIjpmYWxzZX0sIklzVmlzaWJsZSI6dHJ1ZSwiUGFyZW50U3R5bGUiOm51bGx9LCJJbmRleCI6MiwiU21hcnREdXJhdGlvbkFjdGl2YXRlZCI6ZmFsc2UsIkRhdGVGb3JtYXQiOnsiJHJlZiI6IjYyNCJ9LCJXZWVrTnVtYmVyaW5nIjp7IiRpZCI6IjYyNiIsIkZvcm1hdCI6MCwiSXNWaXNpYmxlIjpmYWxzZSwiTGFzdEtub3duVmlzaWJpbGl0eVN0YXRlIjpmYWxzZX0sIklkIjoiMDhhNTA5ODEtMWEyYi00MjE0LWI5MjYtMDNmM2UzYjA4ODkyIiwiSW1wb3J0SWQiOm51bGwsIlRpdGxlIjoiSmlyYSBzdG9yeS10by1jb2RlIC0gT3BlbkhhbmRzIiwiTm90ZSI6bnVsbCwiSHlwZXJsaW5rIjp7IiRpZCI6IjYyNyIsIkFkZHJlc3MiOiIiLCJTdWJBZGRyZXNzIjoiIn0sIklzQ2hhbmdlZCI6ZmFsc2UsIklzTmV3IjpmYWxzZX19LHsiJGlkIjoiNjI4IiwiX2F0dGFjaGVkTWlsZXN0b25lcyI6W10sIlRhc2tEZWZpbml0aW9uIjp7IiRpZCI6IjYyOSIsIkdyb3VwTmFtZSI6bnVsbCwiU3RhcnREYXRlIjoiMjAyNS0wNi0xNVQwMDowMDowMFoiLCJFbmREYXRlIjoiMjAyNS0wOC0zMVQyMzo1OTo1OS45OTlaIiwiUGVyY2VudGFnZUNvbXBsZXRlIjowLjAsIlN0eWxlIjp7IiRpZCI6IjYzMCIsIlNoYXBlIjowLCJTaGFwZVRoaWNrbmVzcyI6MSwiRHVyYXRpb25Gb3JtYXQiOjAsIkluY2x1ZGVOb25Xb3JraW5nRGF5c0luRHVyYXRpb24iOmZhbHNlLCJQZXJjZW50YWdlQ29tcGxldGVTdHlsZSI6eyIkaWQiOiI2MzEiLCJGb250U2V0dGluZ3MiOnsiJGlkIjoiNjMyIiwiRm9udFNpemUiOjksIkZvbnROYW1lIjoiQXJpYWwiLCJJc0JvbGQiOmZhbHNlLCJJc0l0YWxpYyI6ZmFsc2UsIklzVW5kZXJsaW5lZCI6ZmFsc2UsIlBhcmVudFN0eWxlIjpudWxsfSwiQXV0b1NpemUiOjAsIkZvcmVncm91bmQiOnsiJGlkIjoiNjMzIiwiQ29sb3IiOnsiJGlkIjoiNjM0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jM1IiwiTGluZUNvbG9yIjpudWxsLCJMaW5lV2VpZ2h0IjowLjAsIkxpbmVUeXBlIjowLCJQYXJlbnRTdHlsZSI6bnVsbH0sIlBhcmVudFN0eWxlIjpudWxsfSwiRHVyYXRpb25TdHlsZSI6eyIkaWQiOiI2MzYiLCJGb250U2V0dGluZ3MiOnsiJGlkIjoiNjM3IiwiRm9udFNpemUiOjksIkZvbnROYW1lIjoiQXJpYWwiLCJJc0JvbGQiOmZhbHNlLCJJc0l0YWxpYyI6ZmFsc2UsIklzVW5kZXJsaW5lZCI6ZmFsc2UsIlBhcmVudFN0eWxlIjpudWxsfSwiQXV0b1NpemUiOjAsIkZvcmVncm91bmQiOnsiJGlkIjoiNjM4IiwiQ29sb3IiOnsiJGlkIjoiNjM5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2NDAiLCJMaW5lQ29sb3IiOm51bGwsIkxpbmVXZWlnaHQiOjAuMCwiTGluZVR5cGUiOjAsIlBhcmVudFN0eWxlIjpudWxsfSwiUGFyZW50U3R5bGUiOm51bGx9LCJIb3Jpem9udGFsQ29ubmVjdG9yU3R5bGUiOnsiJGlkIjoiNjQxIiwiTGluZUNvbG9yIjp7IiRyZWYiOiIyNiJ9LCJMaW5lV2VpZ2h0IjoxLjAsIkxpbmVUeXBlIjowLCJQYXJlbnRTdHlsZSI6bnVsbH0sIlZlcnRpY2FsQ29ubmVjdG9yU3R5bGUiOnsiJGlkIjoiNjQyIiwiTGluZUNvbG9yIjp7IiRyZWYiOiIyOSJ9LCJMaW5lV2VpZ2h0IjoxLjAsIkxpbmVUeXBlIjowLCJQYXJlbnRTdHlsZSI6bnVsbH0sIk1hcmdpbiI6bnVsbCwiU3RhcnREYXRlUG9zaXRpb24iOjMsIkVuZERhdGVQb3NpdGlvbiI6MywiRGF0ZUlzVmlzaWJsZSI6dHJ1ZSwiVGl0bGVQb3NpdGlvbiI6MiwiRHVyYXRpb25Qb3NpdGlvbiI6NiwiUGVyY2VudGFnZUNvbXBsZXRlZFBvc2l0aW9uIjo2LCJTcGFjaW5nIjozLCJJc0JlbG93VGltZWJhbmQiOnRydWUsIlBlcmNlbnRhZ2VDb21wbGV0ZVNoYXBlT3BhY2l0eSI6MzUsIlNoYXBlU3R5bGUiOnsiJGlkIjoiNjQzIiwiTWFyZ2luIjp7IiRyZWYiOiIzMiJ9LCJQYWRkaW5nIjp7IiRyZWYiOiIzMyJ9LCJCYWNrZ3JvdW5kIjp7IiRpZCI6IjY0NCIsIkNvbG9yIjp7IiRpZCI6IjY0NSIsIkEiOjI1NSwiUiI6MTkyLCJHIjoxNDQsIkIiOjJ9fSwiSXNWaXNpYmxlIjp0cnVlLCJXaWR0aCI6MC4wLCJIZWlnaHQiOjE2LjAsIkJvcmRlclN0eWxlIjp7IiRpZCI6IjY0NiIsIkxpbmVDb2xvciI6eyIkcmVmIjoiMzcifSwiTGluZVdlaWdodCI6MC4wLCJMaW5lVHlwZSI6MCwiUGFyZW50U3R5bGUiOm51bGx9LCJQYXJlbnRTdHlsZSI6bnVsbH0sIlRpdGxlU3R5bGUiOnsiJGlkIjoiNjQ3IiwiRm9udFNldHRpbmdzIjp7IiRpZCI6IjY0OCIsIkZvbnRTaXplIjoxMCwiRm9udE5hbWUiOiJBcmlhbCIsIklzQm9sZCI6dHJ1ZSwiSXNJdGFsaWMiOmZhbHNlLCJJc1VuZGVybGluZWQiOmZhbHNlLCJQYXJlbnRTdHlsZSI6bnVsbH0sIkF1dG9TaXplIjowLCJGb3JlZ3JvdW5kIjp7IiRpZCI6IjY0OSIsIkNvbG9yIjp7IiRpZCI6IjY1MC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cmVmIjoiNDMifSwiUGFkZGluZyI6eyIkcmVmIjoiNDQifSwiQmFja2dyb3VuZCI6eyIkcmVmIjoiNDUifSwiSXNWaXNpYmxlIjp0cnVlLCJXaWR0aCI6MC4wLCJIZWlnaHQiOjAuMCwiQm9yZGVyU3R5bGUiOnsiJGlkIjoiNjUxIiwiTGluZUNvbG9yIjpudWxsLCJMaW5lV2VpZ2h0IjowLjAsIkxpbmVUeXBlIjowLCJQYXJlbnRTdHlsZSI6bnVsbH0sIlBhcmVudFN0eWxlIjpudWxsfSwiRGF0ZVN0eWxlIjp7IiRpZCI6IjY1MiIsIkZvbnRTZXR0aW5ncyI6eyIkaWQiOiI2NTMiLCJGb250U2l6ZSI6MTAsIkZvbnROYW1lIjoiQXJpYWwiLCJJc0JvbGQiOmZhbHNlLCJJc0l0YWxpYyI6ZmFsc2UsIklzVW5kZXJsaW5lZCI6ZmFsc2UsIlBhcmVudFN0eWxlIjpudWxsfSwiQXV0b1NpemUiOjAsIkZvcmVncm91bmQiOnsiJGlkIjoiNjU0IiwiQ29sb3IiOnsiJGlkIjoiNjU1IiwiQSI6MjU1LCJSIjo2OCwiRyI6ODQsIkIiOjEwNn19LCJNYXhXaWR0aCI6OTYwLjAsIk1heEhlaWdodCI6IkluZmluaXR5IiwiU21hcnRGb3JlZ3JvdW5kSXNBY3RpdmUiOmZhbHNlLCJIb3Jpem9udGFsQWxpZ25tZW50IjowLCJWZXJ0aWNhbEFsaWdubWVudCI6MCwiU21hcnRGb3JlZ3JvdW5kIjpudWxsLCJCYWNrZ3JvdW5kRmlsbFR5cGUiOjAsIk1hcmdpbiI6eyIkcmVmIjoiNTEifSwiUGFkZGluZyI6eyIkcmVmIjoiNTIifSwiQmFja2dyb3VuZCI6eyIkcmVmIjoiNTMi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wLCJBbVBtRGVzaWduYXRvciI6MCwiVHJpbTAwTWludXRlcyI6ZmFsc2UsIkxhc3RLbm93blZpc2liaWxpdHlTdGF0ZSI6bnVsbH0sIldlZWtOdW1iZXJpbmciOnsiJGlkIjoiNjU4IiwiRm9ybWF0IjowLCJJc1Zpc2libGUiOmZhbHNlLCJMYXN0S25vd25WaXNpYmlsaXR5U3RhdGUiOmZhbHNlfSwiSXNWaXNpYmxlIjp0cnVlLCJQYXJlbnRTdHlsZSI6bnVsbH0sIkluZGV4Ijo0LCJTbWFydER1cmF0aW9uQWN0aXZhdGVkIjpmYWxzZSwiRGF0ZUZvcm1hdCI6eyIkcmVmIjoiNjU3In0sIldlZWtOdW1iZXJpbmciOnsiJGlkIjoiNjU5IiwiRm9ybWF0IjowLCJJc1Zpc2libGUiOmZhbHNlLCJMYXN0S25vd25WaXNpYmlsaXR5U3RhdGUiOmZhbHNlfSwiSWQiOiI4YTIwNTQyZS0xMTI5LTQxMWMtYTIyZC05YzcxNTYwMzI4MjIiLCJJbXBvcnRJZCI6bnVsbCwiVGl0bGUiOiJBZ2VudGljIElERSBmb3IgcHJvdG90eXBpbmcgLSBXaW5kc3VyZiIsIk5vdGUiOm51bGwsIkh5cGVybGluayI6eyIkaWQiOiI2NjAiLCJBZGRyZXNzIjoiIiwiU3ViQWRkcmVzcyI6IiJ9LCJJc0NoYW5nZWQiOmZhbHNlLCJJc05ldyI6ZmFsc2V9fV0sIl9taWxlc3RvbmVzIjpbXSwiSWQiOiIxNjgzMmNhOS1jNTM1LTRiNTItODVkZC01YjBkOWM1NTRhY2EiLCJJc1NpbmdsZUl0ZW1Sb3ciOmZhbHNlfSx7IiRpZCI6IjY2MSIsIl90YXNrcyI6W3siJGlkIjoiNjYyIiwiX2F0dGFjaGVkTWlsZXN0b25lcyI6W10sIlRhc2tEZWZpbml0aW9uIjp7IiRpZCI6IjY2MyIsIkdyb3VwTmFtZSI6bnVsbCwiU3RhcnREYXRlIjoiMjAyNS0wNi0xNVQwMDowMDowMFoiLCJFbmREYXRlIjoiMjAyNS0wNy0zMVQyMzo1OTo1OS45OTlaIiwiUGVyY2VudGFnZUNvbXBsZXRlIjowLjAsIlN0eWxlIjp7IiRpZCI6IjY2NCIsIlNoYXBlIjowLCJTaGFwZVRoaWNrbmVzcyI6MSwiRHVyYXRpb25Gb3JtYXQiOjAsIkluY2x1ZGVOb25Xb3JraW5nRGF5c0luRHVyYXRpb24iOmZhbHNlLCJQZXJjZW50YWdlQ29tcGxldGVTdHlsZSI6eyIkaWQiOiI2NjUiLCJGb250U2V0dGluZ3MiOnsiJGlkIjoiNjY2IiwiRm9udFNpemUiOjksIkZvbnROYW1lIjoiQXJpYWwiLCJJc0JvbGQiOmZhbHNlLCJJc0l0YWxpYyI6ZmFsc2UsIklzVW5kZXJsaW5lZCI6ZmFsc2UsIlBhcmVudFN0eWxlIjpudWxsfSwiQXV0b1NpemUiOjAsIkZvcmVncm91bmQiOnsiJGlkIjoiNjY3IiwiQ29sb3IiOnsiJGlkIjoiNjY4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jY5IiwiTGluZUNvbG9yIjpudWxsLCJMaW5lV2VpZ2h0IjowLjAsIkxpbmVUeXBlIjowLCJQYXJlbnRTdHlsZSI6bnVsbH0sIlBhcmVudFN0eWxlIjpudWxsfSwiRHVyYXRpb25TdHlsZSI6eyIkaWQiOiI2NzAiLCJGb250U2V0dGluZ3MiOnsiJGlkIjoiNjcxIiwiRm9udFNpemUiOjksIkZvbnROYW1lIjoiQXJpYWwiLCJJc0JvbGQiOmZhbHNlLCJJc0l0YWxpYyI6ZmFsc2UsIklzVW5kZXJsaW5lZCI6ZmFsc2UsIlBhcmVudFN0eWxlIjpudWxsfSwiQXV0b1NpemUiOjAsIkZvcmVncm91bmQiOnsiJGlkIjoiNjcyIiwiQ29sb3IiOnsiJGlkIjoiNjcz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2NzQiLCJMaW5lQ29sb3IiOm51bGwsIkxpbmVXZWlnaHQiOjAuMCwiTGluZVR5cGUiOjAsIlBhcmVudFN0eWxlIjpudWxsfSwiUGFyZW50U3R5bGUiOm51bGx9LCJIb3Jpem9udGFsQ29ubmVjdG9yU3R5bGUiOnsiJGlkIjoiNjc1IiwiTGluZUNvbG9yIjp7IiRyZWYiOiIyNiJ9LCJMaW5lV2VpZ2h0IjoxLjAsIkxpbmVUeXBlIjowLCJQYXJlbnRTdHlsZSI6bnVsbH0sIlZlcnRpY2FsQ29ubmVjdG9yU3R5bGUiOnsiJGlkIjoiNjc2IiwiTGluZUNvbG9yIjp7IiRyZWYiOiIyOSJ9LCJMaW5lV2VpZ2h0Ijox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nRydWUsIlBlcmNlbnRhZ2VDb21wbGV0ZVNoYXBlT3BhY2l0eSI6MzUsIlNoYXBlU3R5bGUiOnsiJGlkIjoiNjc3IiwiTWFyZ2luIjp7IiRyZWYiOiIzMiJ9LCJQYWRkaW5nIjp7IiRyZWYiOiIzMyJ9LCJCYWNrZ3JvdW5kIjp7IiRpZCI6IjY3OCIsIkNvbG9yIjp7IiRpZCI6IjY3OSIsIkEiOjI1NSwiUiI6MTI4LCJHIjoxODUsIkIiOjIyMn19LCJJc1Zpc2libGUiOnRydWUsIldpZHRoIjowLjAsIkhlaWdodCI6MTYuMCwiQm9yZGVyU3R5bGUiOnsiJGlkIjoiNjgwIiwiTGluZUNvbG9yIjp7IiRyZWYiOiIzNyJ9LCJMaW5lV2VpZ2h0IjowLjAsIkxpbmVUeXBlIjowLCJQYXJlbnRTdHlsZSI6bnVsbH0sIlBhcmVudFN0eWxlIjpudWxsfSwiVGl0bGVTdHlsZSI6eyIkaWQiOiI2ODEiLCJGb250U2V0dGluZ3MiOnsiJGlkIjoiNjgyIiwiRm9udFNpemUiOjEwLCJGb250TmFtZSI6IkFyaWFsIiwiSXNCb2xkIjp0cnVlLCJJc0l0YWxpYyI6ZmFsc2UsIklzVW5kZXJsaW5lZCI6ZmFsc2UsIlBhcmVudFN0eWxlIjpudWxsfSwiQXV0b1NpemUiOjAsIkZvcmVncm91bmQiOnsiJGlkIjoiNjgzIiwiQ29sb3IiOnsiJGlkIjoiNjg0IiwiQSI6MjU1LCJSIjowLCJHIjowLCJCIjow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2ODUiLCJMaW5lQ29sb3IiOm51bGwsIkxpbmVXZWlnaHQiOjAuMCwiTGluZVR5cGUiOjAsIlBhcmVudFN0eWxlIjpudWxsfSwiUGFyZW50U3R5bGUiOm51bGx9LCJEYXRlU3R5bGUiOnsiJGlkIjoiNjg2IiwiRm9udFNldHRpbmdzIjp7IiRpZCI6IjY4NyIsIkZvbnRTaXplIjoxMCwiRm9udE5hbWUiOiJBcmlhbCIsIklzQm9sZCI6ZmFsc2UsIklzSXRhbGljIjpmYWxzZSwiSXNVbmRlcmxpbmVkIjpmYWxzZSwiUGFyZW50U3R5bGUiOm51bGx9LCJBdXRvU2l6ZSI6MCwiRm9yZWdyb3VuZCI6eyIkaWQiOiI2ODgiLCJDb2xvciI6eyIkaWQiOiI2ODkiLCJBIjoyNTUsIlIiOjY4LCJHIjo4NCwiQiI6MTA2fX0sIk1heFdpZHRoIjo5NjAuMCwiTWF4SGVpZ2h0IjoiSW5maW5pdHkiLCJTbWFydEZvcmVncm91bmRJc0FjdGl2ZSI6ZmFsc2UsIkhvcml6b250YWxBbGlnbm1lbnQiOjAsIlZlcnRpY2FsQWxpZ25tZW50IjowLCJTbWFydEZvcmVncm91bmQiOm51bGwsIkJhY2tncm91bmRGaWxsVHlwZSI6MCwiTWFyZ2luIjp7IiRyZWYiOiI1MSJ9LCJQYWRkaW5nIjp7IiRyZWYiOiI1MiJ9LCJCYWNrZ3JvdW5kIjp7IiRyZWYiOiI1MyJ9LCJJc1Zpc2libGUiOnRydWUsIldpZHRoIjowLjAsIkhlaWdodCI6MC4wLCJCb3JkZXJTdHlsZSI6eyIkaWQiOiI2OTAiLCJMaW5lQ29sb3IiOm51bGwsIkxpbmVXZWlnaHQiOjAuMCwiTGluZVR5cGUiOjAsIlBhcmVudFN0eWxlIjpudWxsfSwiUGFyZW50U3R5bGUiOm51bGx9LCJEYXRlRm9ybWF0Ijp7IiRpZCI6IjY5MS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2OTIiLCJGb3JtYXQiOjAsIklzVmlzaWJsZSI6ZmFsc2UsIkxhc3RLbm93blZpc2liaWxpdHlTdGF0ZSI6ZmFsc2V9LCJJc1Zpc2libGUiOnRydWUsIlBhcmVudFN0eWxlIjpudWxsfSwiSW5kZXgiOjExLCJTbWFydER1cmF0aW9uQWN0aXZhdGVkIjpmYWxzZSwiRGF0ZUZvcm1hdCI6eyIkcmVmIjoiNjkxIn0sIldlZWtOdW1iZXJpbmciOnsiJGlkIjoiNjkzIiwiRm9ybWF0IjowLCJJc1Zpc2libGUiOmZhbHNlLCJMYXN0S25vd25WaXNpYmlsaXR5U3RhdGUiOmZhbHNlfSwiSWQiOiJiOGFhZjFhZS03NjBkLTQ5NmYtYTliYy01ZTRkZTYxMDM1NWQiLCJJbXBvcnRJZCI6bnVsbCwiVGl0bGUiOiJKaXJhIHN0b3J5LXRvLWNvZGUgLSBEZXZpbiIsIk5vdGUiOm51bGwsIkh5cGVybGluayI6eyIkaWQiOiI2OTQiLCJBZGRyZXNzIjoiIiwiU3ViQWRkcmVzcyI6IiJ9LCJJc0NoYW5nZWQiOmZhbHNlLCJJc05ldyI6ZmFsc2V9fV0sIl9taWxlc3RvbmVzIjpbXSwiSWQiOiIyYThkYzIzYS0yNDlhLTRiNjEtOGZmYy0xNWNkNGFkN2E2OWEiLCJJc1NpbmdsZUl0ZW1Sb3ciOmZhbHNlfSx7IiRpZCI6IjY5NSIsIl90YXNrcyI6W3siJGlkIjoiNjk2IiwiX2F0dGFjaGVkTWlsZXN0b25lcyI6W10sIlRhc2tEZWZpbml0aW9uIjp7IiRpZCI6IjY5NyIsIkdyb3VwTmFtZSI6bnVsbCwiU3RhcnREYXRlIjoiMjAyNS0wNi0xNVQwMDowMDowMFoiLCJFbmREYXRlIjoiMjAyNS0wNy0zMVQyMzo1OTo1OS45OTlaIiwiUGVyY2VudGFnZUNvbXBsZXRlIjowLjAsIlN0eWxlIjp7IiRpZCI6IjY5OCIsIlNoYXBlIjowLCJTaGFwZVRoaWNrbmVzcyI6MSwiRHVyYXRpb25Gb3JtYXQiOjAsIkluY2x1ZGVOb25Xb3JraW5nRGF5c0luRHVyYXRpb24iOmZhbHNlLCJQZXJjZW50YWdlQ29tcGxldGVTdHlsZSI6eyIkaWQiOiI2OTkiLCJGb250U2V0dGluZ3MiOnsiJGlkIjoiNzAwIiwiRm9udFNpemUiOjksIkZvbnROYW1lIjoiQXJpYWwiLCJJc0JvbGQiOmZhbHNlLCJJc0l0YWxpYyI6ZmFsc2UsIklzVW5kZXJsaW5lZCI6ZmFsc2UsIlBhcmVudFN0eWxlIjpudWxsfSwiQXV0b1NpemUiOjAsIkZvcmVncm91bmQiOnsiJGlkIjoiNzAxIiwiQ29sb3IiOnsiJGlkIjoiNzAy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yZWYiOiIxMiJ9LCJQYWRkaW5nIjp7IiRyZWYiOiIxMyJ9LCJCYWNrZ3JvdW5kIjp7IiRyZWYiOiIxNCJ9LCJJc1Zpc2libGUiOmZhbHNlLCJXaWR0aCI6MC4wLCJIZWlnaHQiOjAuMCwiQm9yZGVyU3R5bGUiOnsiJGlkIjoiNzAzIiwiTGluZUNvbG9yIjpudWxsLCJMaW5lV2VpZ2h0IjowLjAsIkxpbmVUeXBlIjowLCJQYXJlbnRTdHlsZSI6bnVsbH0sIlBhcmVudFN0eWxlIjpudWxsfSwiRHVyYXRpb25TdHlsZSI6eyIkaWQiOiI3MDQiLCJGb250U2V0dGluZ3MiOnsiJGlkIjoiNzA1IiwiRm9udFNpemUiOjksIkZvbnROYW1lIjoiQXJpYWwiLCJJc0JvbGQiOmZhbHNlLCJJc0l0YWxpYyI6ZmFsc2UsIklzVW5kZXJsaW5lZCI6ZmFsc2UsIlBhcmVudFN0eWxlIjpudWxsfSwiQXV0b1NpemUiOjAsIkZvcmVncm91bmQiOnsiJGlkIjoiNzA2IiwiQ29sb3IiOnsiJGlkIjoiNzA3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eyIkaWQiOiI3MDgiLCJMaW5lQ29sb3IiOm51bGwsIkxpbmVXZWlnaHQiOjAuMCwiTGluZVR5cGUiOjAsIlBhcmVudFN0eWxlIjpudWxsfSwiUGFyZW50U3R5bGUiOm51bGx9LCJIb3Jpem9udGFsQ29ubmVjdG9yU3R5bGUiOnsiJGlkIjoiNzA5IiwiTGluZUNvbG9yIjp7IiRyZWYiOiIyNiJ9LCJMaW5lV2VpZ2h0IjoxLjAsIkxpbmVUeXBlIjowLCJQYXJlbnRTdHlsZSI6bnVsbH0sIlZlcnRpY2FsQ29ubmVjdG9yU3R5bGUiOnsiJGlkIjoiNzEwIiwiTGluZUNvbG9yIjp7IiRyZWYiOiIyOSJ9LCJMaW5lV2VpZ2h0Ijox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nRydWUsIlBlcmNlbnRhZ2VDb21wbGV0ZVNoYXBlT3BhY2l0eSI6MzUsIlNoYXBlU3R5bGUiOnsiJGlkIjoiNzExIiwiTWFyZ2luIjp7IiRyZWYiOiIzMiJ9LCJQYWRkaW5nIjp7IiRyZWYiOiIzMyJ9LCJCYWNrZ3JvdW5kIjp7IiRpZCI6IjcxMiIsIkNvbG9yIjp7IiRpZCI6IjcxMyIsIkEiOjI1NSwiUiI6MTI4LCJHIjoxODUsIkIiOjIyMn19LCJJc1Zpc2libGUiOnRydWUsIldpZHRoIjowLjAsIkhlaWdodCI6MTYuMCwiQm9yZGVyU3R5bGUiOnsiJGlkIjoiNzE0IiwiTGluZUNvbG9yIjp7IiRyZWYiOiIzNyJ9LCJMaW5lV2VpZ2h0IjowLjAsIkxpbmVUeXBlIjowLCJQYXJlbnRTdHlsZSI6bnVsbH0sIlBhcmVudFN0eWxlIjpudWxsfSwiVGl0bGVTdHlsZSI6eyIkaWQiOiI3MTUiLCJGb250U2V0dGluZ3MiOnsiJGlkIjoiNzE2IiwiRm9udFNpemUiOjEwLCJGb250TmFtZSI6IkFyaWFsIiwiSXNCb2xkIjp0cnVlLCJJc0l0YWxpYyI6ZmFsc2UsIklzVW5kZXJsaW5lZCI6ZmFsc2UsIlBhcmVudFN0eWxlIjpudWxsfSwiQXV0b1NpemUiOjAsIkZvcmVncm91bmQiOnsiJGlkIjoiNzE3IiwiQ29sb3IiOnsiJGlkIjoiNzE4IiwiQSI6MjU1LCJSIjowLCJHIjowLCJCIjowfX0sIk1heFdpZHRoIjo5NjAuMCwiTWF4SGVpZ2h0IjoiSW5maW5pdHkiLCJTbWFydEZvcmVncm91bmRJc0FjdGl2ZSI6ZmFsc2UsIkhvcml6b250YWxBbGlnbm1lbnQiOjEsIlZlcnRpY2FsQWxpZ25tZW50IjowLCJTbWFydEZvcmVncm91bmQiOm51bGwsIkJhY2tncm91bmRGaWxsVHlwZSI6MCwiTWFyZ2luIjp7IiRyZWYiOiI0MyJ9LCJQYWRkaW5nIjp7IiRyZWYiOiI0NCJ9LCJCYWNrZ3JvdW5kIjp7IiRyZWYiOiI0NSJ9LCJJc1Zpc2libGUiOnRydWUsIldpZHRoIjowLjAsIkhlaWdodCI6MC4wLCJCb3JkZXJTdHlsZSI6eyIkaWQiOiI3MTkiLCJMaW5lQ29sb3IiOm51bGwsIkxpbmVXZWlnaHQiOjAuMCwiTGluZVR5cGUiOjAsIlBhcmVudFN0eWxlIjpudWxsfSwiUGFyZW50U3R5bGUiOm51bGx9LCJEYXRlU3R5bGUiOnsiJGlkIjoiNzIwIiwiRm9udFNldHRpbmdzIjp7IiRpZCI6IjcyMSIsIkZvbnRTaXplIjoxMCwiRm9udE5hbWUiOiJBcmlhbCIsIklzQm9sZCI6ZmFsc2UsIklzSXRhbGljIjpmYWxzZSwiSXNVbmRlcmxpbmVkIjpmYWxzZSwiUGFyZW50U3R5bGUiOm51bGx9LCJBdXRvU2l6ZSI6MCwiRm9yZWdyb3VuZCI6eyIkaWQiOiI3MjIiLCJDb2xvciI6eyIkaWQiOiI3MjMiLCJBIjoyNTUsIlIiOjY4LCJHIjo4NCwiQiI6MTA2fX0sIk1heFdpZHRoIjo5NjAuMCwiTWF4SGVpZ2h0IjoiSW5maW5pdHkiLCJTbWFydEZvcmVncm91bmRJc0FjdGl2ZSI6ZmFsc2UsIkhvcml6b250YWxBbGlnbm1lbnQiOjAsIlZlcnRpY2FsQWxpZ25tZW50IjowLCJTbWFydEZvcmVncm91bmQiOm51bGwsIkJhY2tncm91bmRGaWxsVHlwZSI6MCwiTWFyZ2luIjp7IiRyZWYiOiI1MSJ9LCJQYWRkaW5nIjp7IiRyZWYiOiI1MiJ9LCJCYWNrZ3JvdW5kIjp7IiRyZWYiOiI1MyJ9LCJJc1Zpc2libGUiOnRydWUsIldpZHRoIjowLjAsIkhlaWdodCI6MC4wLCJCb3JkZXJTdHlsZSI6eyIkaWQiOiI3MjQiLCJMaW5lQ29sb3IiOm51bGwsIkxpbmVXZWlnaHQiOjAuMCwiTGluZVR5cGUiOjAsIlBhcmVudFN0eWxlIjpudWxsfSwiUGFyZW50U3R5bGUiOm51bGx9LCJEYXRlRm9ybWF0Ijp7IiRpZCI6IjcyNSIsIkZvcm1hdFN0cmluZyI6Ik1NTSBkIiwiU2VwYXJhdG9yIjoiLyIsIlVzZUludGVybmF0aW9uYWxEYXRlRm9ybWF0IjpmYWxzZSwiRGF0ZUlzVmlzaWJsZSI6dHJ1ZSwiVGltZUlzVmlzaWJsZSI6ZmFsc2UsIkhvdXJEaWdpdHMiOjAsIkFtUG1EZXNpZ25hdG9yIjowLCJUcmltMDBNaW51dGVzIjpmYWxzZSwiTGFzdEtub3duVmlzaWJpbGl0eVN0YXRlIjpudWxsfSwiV2Vla051bWJlcmluZyI6eyIkaWQiOiI3MjYiLCJGb3JtYXQiOjAsIklzVmlzaWJsZSI6ZmFsc2UsIkxhc3RLbm93blZpc2liaWxpdHlTdGF0ZSI6ZmFsc2V9LCJJc1Zpc2libGUiOnRydWUsIlBhcmVudFN0eWxlIjpudWxsfSwiSW5kZXgiOjEyLCJTbWFydER1cmF0aW9uQWN0aXZhdGVkIjpmYWxzZSwiRGF0ZUZvcm1hdCI6eyIkcmVmIjoiNzI1In0sIldlZWtOdW1iZXJpbmciOnsiJGlkIjoiNzI3IiwiRm9ybWF0IjowLCJJc1Zpc2libGUiOmZhbHNlLCJMYXN0S25vd25WaXNpYmlsaXR5U3RhdGUiOmZhbHNlfSwiSWQiOiI2YjYzODJjNy1mMmExLTRjYTYtOTc4Yy00M2U4ZmFlODU2OWQiLCJJbXBvcnRJZCI6bnVsbCwiVGl0bGUiOiJKYXZhIGxhbmd1YWdlIHVwZ3JhZGUgLSBEZXZpbiIsIk5vdGUiOm51bGwsIkh5cGVybGluayI6eyIkaWQiOiI3MjgiLCJBZGRyZXNzIjoiIiwiU3ViQWRkcmVzcyI6IiJ9LCJJc0NoYW5nZWQiOmZhbHNlLCJJc05ldyI6ZmFsc2V9fV0sIl9taWxlc3RvbmVzIjpbXSwiSWQiOiJmYjgzMmE2Yi00ZDZlLTQxOTEtOWE3MS05MzRjMmJmMDMzMzAiLCJJc1NpbmdsZUl0ZW1Sb3ciOmZhbHNlfV0sIkluZGV4IjowLCJJZCI6IjA2NDYxM2ViLWFlOTctNDY1ZC1hNDhjLTMzYjkwY2YzYmQxZiIsIkhlYWRlclRleHQiOm51bGwsIklzRGVmYXVsdCI6dHJ1ZSwiU3R5bGUiOnsiJGlkIjoiNzI5IiwiSGVhZGVyU3R5bGUiOnsiJGlkIjoiNzMwIiwiVGV4dFN0eWxlIjp7IiRpZCI6IjczMSIsIkZvbnRTZXR0aW5ncyI6eyIkaWQiOiI3MzIiLCJGb250U2l6ZSI6MTEsIkZvbnROYW1lIjoiQ2FsaWJyaSIsIklzQm9sZCI6ZmFsc2UsIklzSXRhbGljIjpmYWxzZSwiSXNVbmRlcmxpbmVkIjpmYWxzZSwiUGFyZW50U3R5bGUiOm51bGx9LCJBdXRvU2l6ZSI6MiwiRm9yZWdyb3VuZCI6eyIkaWQiOiI3MzMiLCJDb2xvciI6eyIkaWQiOiI3MzQ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3MzUiLCJUb3AiOjAuMCwiTGVmdCI6MC4wLCJSaWdodCI6MC4wLCJCb3R0b20iOjAuMH0sIlBhZGRpbmciOnsiJGlkIjoiNzM2IiwiVG9wIjowLjAsIkxlZnQiOjAuMCwiUmlnaHQiOjAuMCwiQm90dG9tIjowLjB9LCJCYWNrZ3JvdW5kIjpudWxsLCJJc1Zpc2libGUiOnRydWUsIldpZHRoIjowLjAsIkhlaWdodCI6MC4wLCJCb3JkZXJTdHlsZSI6bnVsbCwiUGFyZW50U3R5bGUiOm51bGx9LCJSZWN0YW5nbGVTdHlsZSI6eyIkaWQiOiI3MzciLCJNYXJnaW4iOnsiJGlkIjoiNzM4IiwiVG9wIjowLjAsIkxlZnQiOjAuMCwiUmlnaHQiOjAuMCwiQm90dG9tIjowLjB9LCJQYWRkaW5nIjp7IiRpZCI6IjczOSIsIlRvcCI6MC4wLCJMZWZ0IjowLjAsIlJpZ2h0IjowLjAsIkJvdHRvbSI6MC4wfSwiQmFja2dyb3VuZCI6eyIkaWQiOiI3NDAiLCJDb2xvciI6eyIkaWQiOiI3NDEiLCJBIjo2MywiUiI6MTEyLCJHIjoxNzMsIkIiOjcxfX0sIklzVmlzaWJsZSI6dHJ1ZSwiV2lkdGgiOjAuMCwiSGVpZ2h0IjowLjAsIkJvcmRlclN0eWxlIjp7IiRpZCI6Ijc0MiIsIkxpbmVDb2xvciI6eyIkaWQiOiI3NDMiLCIkdHlwZSI6Ik5MUkUuQ29tbW9uLkRvbS5Tb2xpZENvbG9yQnJ1c2gsIE5MUkUuQ29tbW9uIiwiQ29sb3IiOnsiJGlkIjoiNzQ0IiwiQSI6MjU1LCJSIjoyNTUsIkciOjAsIkIiOjB9fSwiTGluZVdlaWdodCI6MC4wLCJMaW5lVHlwZSI6MCwiUGFyZW50U3R5bGUiOm51bGx9LCJQYXJlbnRTdHlsZSI6bnVsbH0sIk1hcmdpbiI6eyIkaWQiOiI3NDUiLCJUb3AiOjAuMCwiTGVmdCI6MC4wLCJSaWdodCI6MC4wLCJCb3R0b20iOjAuMH0sIlBhZGRpbmciOnsiJGlkIjoiNzQ2IiwiVG9wIjowLjAsIkxlZnQiOjAuMCwiUmlnaHQiOjAuMCwiQm90dG9tIjowLjB9LCJCYWNrZ3JvdW5kIjpudWxsLCJJc1Zpc2libGUiOnRydWUsIldpZHRoIjowLjAsIkhlaWdodCI6MC4wLCJCb3JkZXJTdHlsZSI6bnVsbCwiUGFyZW50U3R5bGUiOm51bGx9LCJCYWNrZ3JvdW5kU3R5bGUiOnsiJGlkIjoiNzQ3IiwiTWFyZ2luIjp7IiRpZCI6Ijc0OCIsIlRvcCI6MC4wLCJMZWZ0IjowLjAsIlJpZ2h0IjowLjAsIkJvdHRvbSI6MC4wfSwiUGFkZGluZyI6eyIkaWQiOiI3NDkiLCJUb3AiOjAuMCwiTGVmdCI6MC4wLCJSaWdodCI6MC4wLCJCb3R0b20iOjAuMH0sIkJhY2tncm91bmQiOnsiJGlkIjoiNzUwIiwiQ29sb3IiOnsiJGlkIjoiNzUxIiwiQSI6NTEsIlIiOjE1NSwiRyI6MTg3LCJCIjo4OX19LCJJc1Zpc2libGUiOnRydWUsIldpZHRoIjowLjAsIkhlaWdodCI6MC4wLCJCb3JkZXJTdHlsZSI6eyIkaWQiOiI3NTIiLCJMaW5lQ29sb3IiOnsiJGlkIjoiNzUzIiwiJHR5cGUiOiJOTFJFLkNvbW1vbi5Eb20uU29saWRDb2xvckJydXNoLCBOTFJFLkNvbW1vbiIsIkNvbG9yIjp7IiRpZCI6Ijc1NCIsIkEiOjI1NSwiUiI6MjU1LCJHIjowLCJCIjowfX0sIkxpbmVXZWlnaHQiOjAuMCwiTGluZVR5cGUiOjAsIlBhcmVudFN0eWxlIjpudWxsfSwiUGFyZW50U3R5bGUiOm51bGx9LCJNYXJnaW4iOnsiJGlkIjoiNzU1IiwiVG9wIjowLjAsIkxlZnQiOjAuMCwiUmlnaHQiOjAuMCwiQm90dG9tIjowLjB9LCJQYWRkaW5nIjp7IiRpZCI6Ijc1NiIsIlRvcCI6MC4wLCJMZWZ0IjowLjAsIlJpZ2h0IjowLjAsIkJvdHRvbSI6MC4wfSwiSXNWaXNpYmxlIjp0cnVlLCJXaWR0aCI6MC4wLCJIZWlnaHQiOjAuMCwiQm9yZGVyU3R5bGUiOm51bGwsIlBhcmVudFN0eWxlIjpudWxsfX1dLCJJZCI6ImZkN2YyOWE5LTFhYjEtNDQxNC1hOTQwLTU3ZTFjZjYwYTI3MCIsIkluZGV4IjoxLCJIZWFkZXJUZXh0IjoiVXNlIENhc2VzIiwiU3R5bGUiOnsiJGlkIjoiNzU3IiwiSGVhZGVyU3R5bGUiOnsiJGlkIjoiNzU4IiwiVGV4dElzVmVydGljYWwiOmZhbHNlLCJUZXh0U3R5bGUiOnsiJGlkIjoiNzU5IiwiRm9udFNldHRpbmdzIjp7IiRpZCI6Ijc2MCIsIkZvbnRTaXplIjoxMSwiRm9udE5hbWUiOiJBcmlhbCIsIklzQm9sZCI6dHJ1ZSwiSXNJdGFsaWMiOnRydWUsIklzVW5kZXJsaW5lZCI6ZmFsc2UsIlBhcmVudFN0eWxlIjpudWxsfSwiQXV0b1NpemUiOjIsIkZvcmVncm91bmQiOnsiJGlkIjoiNzYxIiwiQ29sb3IiOnsiJGlkIjoiNzYy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YzIiwiVG9wIjowLjAsIkxlZnQiOjAuMCwiUmlnaHQiOjAuMCwiQm90dG9tIjowLjB9LCJQYWRkaW5nIjp7IiRpZCI6Ijc2NCIsIlRvcCI6MC4wLCJMZWZ0IjowLjAsIlJpZ2h0IjowLjAsIkJvdHRvbSI6MC4wfSwiQmFja2dyb3VuZCI6bnVsbCwiSXNWaXNpYmxlIjp0cnVlLCJXaWR0aCI6MC4wLCJIZWlnaHQiOjAuMCwiQm9yZGVyU3R5bGUiOm51bGwsIlBhcmVudFN0eWxlIjpudWxsfSwiUmVjdGFuZ2xlU3R5bGUiOnsiJGlkIjoiNzY1IiwiTWFyZ2luIjp7IiRpZCI6Ijc2NiIsIlRvcCI6MC4wLCJMZWZ0IjowLjAsIlJpZ2h0IjowLjAsIkJvdHRvbSI6MC4wfSwiUGFkZGluZyI6eyIkaWQiOiI3NjciLCJUb3AiOjAuMCwiTGVmdCI6MC4wLCJSaWdodCI6MC4wLCJCb3R0b20iOjAuMH0sIkJhY2tncm91bmQiOnsiJGlkIjoiNzY4IiwiQ29sb3IiOnsiJGlkIjoiNzY5IiwiQSI6MjU1LCJSIjoyNTUsIkciOjE5MSwiQiI6NH19LCJJc1Zpc2libGUiOnRydWUsIldpZHRoIjowLjAsIkhlaWdodCI6MC4wLCJCb3JkZXJTdHlsZSI6eyIkaWQiOiI3NzAiLCJMaW5lQ29sb3IiOnsiJGlkIjoiNzcxIiwiJHR5cGUiOiJOTFJFLkNvbW1vbi5Eb20uU29saWRDb2xvckJydXNoLCBOTFJFLkNvbW1vbiIsIkNvbG9yIjp7IiRpZCI6Ijc3MiIsIkEiOjI1NSwiUiI6MjU1LCJHIjowLCJCIjowfX0sIkxpbmVXZWlnaHQiOjAuMCwiTGluZVR5cGUiOjAsIlBhcmVudFN0eWxlIjpudWxsfSwiUGFyZW50U3R5bGUiOm51bGx9LCJNYXJnaW4iOnsiJGlkIjoiNzczIiwiVG9wIjowLjAsIkxlZnQiOjAuMCwiUmlnaHQiOjAuMCwiQm90dG9tIjowLjB9LCJQYWRkaW5nIjp7IiRpZCI6Ijc3NCIsIlRvcCI6MC4wLCJMZWZ0IjowLjAsIlJpZ2h0IjowLjAsIkJvdHRvbSI6MC4wfSwiQmFja2dyb3VuZCI6bnVsbCwiSXNWaXNpYmxlIjp0cnVlLCJXaWR0aCI6MC4wLCJIZWlnaHQiOjAuMCwiQm9yZGVyU3R5bGUiOm51bGwsIlBhcmVudFN0eWxlIjpudWxsfSwiQmFja2dyb3VuZFN0eWxlIjp7IiRpZCI6Ijc3NSIsIk1hcmdpbiI6eyIkaWQiOiI3NzYiLCJUb3AiOjAuMCwiTGVmdCI6MC4wLCJSaWdodCI6MC4wLCJCb3R0b20iOjAuMH0sIlBhZGRpbmciOnsiJGlkIjoiNzc3IiwiVG9wIjowLjAsIkxlZnQiOjAuMCwiUmlnaHQiOjAuMCwiQm90dG9tIjowLjB9LCJCYWNrZ3JvdW5kIjp7IiRpZCI6Ijc3OCIsIkNvbG9yIjp7IiRpZCI6Ijc3OSIsIkEiOjUxLCJSIjoxNjUsIkciOjE2NSwiQiI6MTY1fX0sIklzVmlzaWJsZSI6dHJ1ZSwiV2lkdGgiOjAuMCwiSGVpZ2h0IjowLjAsIkJvcmRlclN0eWxlIjp7IiRpZCI6Ijc4MCIsIkxpbmVDb2xvciI6eyIkaWQiOiI3ODEiLCIkdHlwZSI6Ik5MUkUuQ29tbW9uLkRvbS5Tb2xpZENvbG9yQnJ1c2gsIE5MUkUuQ29tbW9uIiwiQ29sb3IiOnsiJGlkIjoiNzgyIiwiQSI6MjU1LCJSIjoyNTUsIkciOjAsIkIiOjB9fSwiTGluZVdlaWdodCI6MC4wLCJMaW5lVHlwZSI6MCwiUGFyZW50U3R5bGUiOm51bGx9LCJQYXJlbnRTdHlsZSI6bnVsbH0sIklzQWJvdmVUaW1lYmFuZCI6ZmFsc2UsIk1hcmdpbiI6eyIkaWQiOiI3ODMiLCJUb3AiOjAuMCwiTGVmdCI6MC4wLCJSaWdodCI6MC4wLCJCb3R0b20iOjAuMH0sIlBhZGRpbmciOnsiJGlkIjoiNzg0IiwiVG9wIjowLjAsIkxlZnQiOjAuMCwiUmlnaHQiOjAuMCwiQm90dG9tIjowLjB9LCJJc1Zpc2libGUiOnRydWUsIldpZHRoIjowLjAsIkhlaWdodCI6MC4wLCJCb3JkZXJTdHlsZSI6eyIkaWQiOiI3ODUiLCJMaW5lQ29sb3IiOm51bGwsIkxpbmVXZWlnaHQiOjAuMCwiTGluZVR5cGUiOjAsIlBhcmVudFN0eWxlIjpudWxsfSwiUGFyZW50U3R5bGUiOm51bGx9fV0sIkN1bHR1cmVJbmZvTmFtZSI6ImVuLVVTIiwiU3R5bGVOYW1lIjpudWxsLCJWZXJzaW9uIjp7IiRpZCI6Ijc4NiIsIlZlcnNpb24iOiIzLjUuMSIsIk9yaWdpbmFsQXNzZW1ibHlWZXJzaW9uIjoiMy4xOS4wMS4wMCIsIkVkaXRpb24iOm51bGwsIkxhc3RTYXZlZEVkaXRpb24iOjEsIklzUGx1c0VkaXRpb24iOmZhbHNlLCJJc1Byb0VkaXRpb24iOmZhbHNlfSwiRWZmZWN0IjowLCJTdHlsZSI6eyIkaWQiOiI3ODciLCJUaW1lYmFuZFN0eWxlIjp7IiRpZCI6Ijc4OCIsIlNjYWxlTWFya2luZyI6MCwiU2hhcGUiOjAsIlNoYXBlU3R5bGUiOnsiJGlkIjoiNzg5IiwiTWFyZ2luIjp7IiRpZCI6Ijc5MCIsIlRvcCI6MC4wLCJMZWZ0IjoxMi4wLCJSaWdodCI6MTIuMCwiQm90dG9tIjowLjB9LCJQYWRkaW5nIjp7IiRpZCI6Ijc5MSIsIlRvcCI6Ny4wLCJMZWZ0IjowLjAsIlJpZ2h0IjowLjAsIkJvdHRvbSI6Ny4wfSwiQmFja2dyb3VuZCI6eyIkaWQiOiI3OTIiLCJDb2xvciI6eyIkaWQiOiI3OTMiLCJBIjoyNTUsIlIiOjU0LCJHIjo5NywiQiI6MTc0fX0sIklzVmlzaWJsZSI6dHJ1ZSwiV2lkdGgiOjg1OC4wLCJIZWlnaHQiOjE1LjAsIkJvcmRlclN0eWxlIjp7IiRpZCI6Ijc5NCIsIkxpbmVDb2xvciI6eyIkaWQiOiI3OTUiLCIkdHlwZSI6Ik5MUkUuQ29tbW9uLkRvbS5Tb2xpZENvbG9yQnJ1c2gsIE5MUkUuQ29tbW9uIiwiQ29sb3IiOnsiJGlkIjoiNzk2IiwiQSI6MjU1LCJSIjoyNTUsIkciOjAsIkIiOjB9fSwiTGluZVdlaWdodCI6MC4wLCJMaW5lVHlwZSI6MCwiUGFyZW50U3R5bGUiOm51bGx9LCJQYXJlbnRTdHlsZSI6bnVsbH0sIk1pZGRsZVRpZXJTaGFwZVN0eWxlIjp7IiRpZCI6Ijc5NyIsIk1hcmdpbiI6eyIkaWQiOiI3OTgiLCJUb3AiOjAuMCwiTGVmdCI6MTIuMCwiUmlnaHQiOjEyLjAsIkJvdHRvbSI6MC4wfSwiUGFkZGluZyI6eyIkaWQiOiI3OTkiLCJUb3AiOjcuMCwiTGVmdCI6MC4wLCJSaWdodCI6MC4wLCJCb3R0b20iOjcuMH0sIkJhY2tncm91bmQiOnsiJGlkIjoiODAwIiwiQ29sb3IiOnsiJGlkIjoiODAxIiwiQSI6MjU1LCJSIjo1NCwiRyI6OTcsIkIiOjE3NH19LCJJc1Zpc2libGUiOnRydWUsIldpZHRoIjo4NTguMCwiSGVpZ2h0IjoxNS4wLCJCb3JkZXJTdHlsZSI6eyIkaWQiOiI4MDIiLCJMaW5lQ29sb3IiOnsiJGlkIjoiODAzIiwiJHR5cGUiOiJOTFJFLkNvbW1vbi5Eb20uU29saWRDb2xvckJydXNoLCBOTFJFLkNvbW1vbiIsIkNvbG9yIjp7IiRpZCI6IjgwNCIsIkEiOjI1NSwiUiI6MjU1LCJHIjowLCJCIjowfX0sIkxpbmVXZWlnaHQiOjAuMCwiTGluZVR5cGUiOjAsIlBhcmVudFN0eWxlIjpudWxsfSwiUGFyZW50U3R5bGUiOm51bGx9LCJCb3R0b21UaWVyU2hhcGVTdHlsZSI6eyIkaWQiOiI4MDUiLCJNYXJnaW4iOnsiJGlkIjoiODA2IiwiVG9wIjowLjAsIkxlZnQiOjEyLjAsIlJpZ2h0IjoxMi4wLCJCb3R0b20iOjAuMH0sIlBhZGRpbmciOnsiJGlkIjoiODA3IiwiVG9wIjo3LjAsIkxlZnQiOjAuMCwiUmlnaHQiOjAuMCwiQm90dG9tIjo3LjB9LCJCYWNrZ3JvdW5kIjp7IiRpZCI6IjgwOCIsIkNvbG9yIjp7IiRpZCI6IjgwOSIsIkEiOjI1NSwiUiI6NTQsIkciOjk3LCJCIjoxNzR9fSwiSXNWaXNpYmxlIjp0cnVlLCJXaWR0aCI6ODU4LjAsIkhlaWdodCI6MTUuMCwiQm9yZGVyU3R5bGUiOnsiJGlkIjoiODEwIiwiTGluZUNvbG9yIjp7IiRpZCI6IjgxMSIsIiR0eXBlIjoiTkxSRS5Db21tb24uRG9tLlNvbGlkQ29sb3JCcnVzaCwgTkxSRS5Db21tb24iLCJDb2xvciI6eyIkaWQiOiI4MTIiLCJBIjoyNTUsIlIiOjI1NSwiRyI6MCwiQiI6MH19LCJMaW5lV2VpZ2h0IjowLjAsIkxpbmVUeXBlIjowLCJQYXJlbnRTdHlsZSI6bnVsbH0sIlBhcmVudFN0eWxlIjpudWxsfSwiUmlnaHRFbmRDYXBzU3R5bGUiOnsiJGlkIjoiODEzIiwiRm9udFNldHRpbmdzIjp7IiRpZCI6IjgxNCIsIkZvbnRTaXplIjoxNiwiRm9udE5hbWUiOiJBcmlhbCIsIklzQm9sZCI6dHJ1ZSwiSXNJdGFsaWMiOmZhbHNlLCJJc1VuZGVybGluZWQiOmZhbHNlLCJQYXJlbnRTdHlsZSI6bnVsbH0sIkF1dG9TaXplIjowLCJGb3JlZ3JvdW5kIjp7IiRpZCI6IjgxNSIsIkNvbG9yIjp7IiRpZCI6Ijg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ODE3IiwiVG9wIjowLjAsIkxlZnQiOjAuMCwiUmlnaHQiOjI1LjAsIkJvdHRvbSI6MC4wfSwiUGFkZGluZyI6eyIkaWQiOiI4MTgiLCJUb3AiOjAuMCwiTGVmdCI6MC4wLCJSaWdodCI6MC4wLCJCb3R0b20iOjAuMH0sIkJhY2tncm91bmQiOnsiJGlkIjoiODE5IiwiQ29sb3IiOnsiJHJlZiI6IjE1In19LCJJc1Zpc2libGUiOnRydWUsIldpZHRoIjowLjAsIkhlaWdodCI6MC4wLCJCb3JkZXJTdHlsZSI6bnVsbCwiUGFyZW50U3R5bGUiOm51bGx9LCJMZWZ0RW5kQ2Fwc1N0eWxlIjp7IiRpZCI6IjgyMCIsIkZvbnRTZXR0aW5ncyI6eyIkaWQiOiI4MjEiLCJGb250U2l6ZSI6MTYsIkZvbnROYW1lIjoiQXJpYWwiLCJJc0JvbGQiOnRydWUsIklzSXRhbGljIjpmYWxzZSwiSXNVbmRlcmxpbmVkIjpmYWxzZSwiUGFyZW50U3R5bGUiOm51bGx9LCJBdXRvU2l6ZSI6MCwiRm9yZWdyb3VuZCI6eyIkaWQiOiI4MjIiLCJDb2xvciI6eyIkaWQiOiI4MjM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gyNCIsIlRvcCI6MC4wLCJMZWZ0IjozNS45NTMzMzMzMzMzMzMzMywiUmlnaHQiOjAuMCwiQm90dG9tIjowLjB9LCJQYWRkaW5nIjp7IiRpZCI6IjgyNSIsIlRvcCI6MC4wLCJMZWZ0IjowLjAsIlJpZ2h0IjowLjAsIkJvdHRvbSI6MC4wfSwiQmFja2dyb3VuZCI6eyIkaWQiOiI4MjYiLCJDb2xvciI6eyIkcmVmIjoiMTUifX0sIklzVmlzaWJsZSI6dHJ1ZSwiV2lkdGgiOjAuMCwiSGVpZ2h0IjowLjAsIkJvcmRlclN0eWxlIjpudWxsLCJQYXJlbnRTdHlsZSI6bnVsbH0sIlRvZGF5VGV4dFN0eWxlIjp7IiRpZCI6IjgyNyIsIkZvbnRTZXR0aW5ncyI6eyIkaWQiOiI4MjgiLCJGb250U2l6ZSI6MTEsIkZvbnROYW1lIjoiQXJpYWwiLCJJc0JvbGQiOmZhbHNlLCJJc0l0YWxpYyI6ZmFsc2UsIklzVW5kZXJsaW5lZCI6ZmFsc2UsIlBhcmVudFN0eWxlIjpudWxsfSwiQXV0b1NpemUiOjAsIkZvcmVncm91bmQiOnsiJGlkIjoiODI5IiwiQ29sb3IiOnsiJGlkIjoiODM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gzMSIsIlRvcCI6MC4wLCJMZWZ0IjowLjAsIlJpZ2h0IjowLjAsIkJvdHRvbSI6MC4wfSwiUGFkZGluZyI6eyIkaWQiOiI4MzIiLCJUb3AiOjAuMCwiTGVmdCI6MC4wLCJSaWdodCI6MC4wLCJCb3R0b20iOjAuMH0sIkJhY2tncm91bmQiOnsiJGlkIjoiODMzIiwiQ29sb3IiOnsiJHJlZiI6IjE1In19LCJJc1Zpc2libGUiOnRydWUsIldpZHRoIjowLjAsIkhlaWdodCI6MC4wLCJCb3JkZXJTdHlsZSI6bnVsbCwiUGFyZW50U3R5bGUiOm51bGx9LCJUb2RheU1hcmtlclN0eWxlIjp7IiRpZCI6IjgzNCIsIk1hcmdpbiI6eyIkaWQiOiI4MzUiLCJUb3AiOjAuMCwiTGVmdCI6MC4wLCJSaWdodCI6MC4wLCJCb3R0b20iOjAuMH0sIlBhZGRpbmciOnsiJGlkIjoiODM2IiwiVG9wIjowLjAsIkxlZnQiOjAuMCwiUmlnaHQiOjAuMCwiQm90dG9tIjowLjB9LCJCYWNrZ3JvdW5kIjp7IiRpZCI6IjgzNyIsIkNvbG9yIjp7IiRpZCI6IjgzOCIsIkEiOjI1NSwiUiI6MjU1LCJHIjowLCJCIjowfX0sIklzVmlzaWJsZSI6dHJ1ZSwiV2lkdGgiOjAuMCwiSGVpZ2h0IjowLjAsIkJvcmRlclN0eWxlIjpudWxsLCJQYXJlbnRTdHlsZSI6bnVsbH0sIlNjYWxlU3R5bGUiOnsiJGlkIjoiODM5IiwiU2hhcGUiOjMsIlNob3dTZWdtZW50U2VwYXJhdG9ycyI6dHJ1ZSwiU2VnbWVudFNlcGFyYXRvck9wYWNpdHkiOjMwLCJIYXNCZWVuVmlzaWJsZUJlZm9yZSI6dHJ1ZSwiRm9udFNldHRpbmdzIjp7IiRpZCI6Ijg0MCIsIkZvbnRTaXplIjoxMSwiRm9udE5hbWUiOiJBcmlhbCIsIklzQm9sZCI6ZmFsc2UsIklzSXRhbGljIjpmYWxzZSwiSXNVbmRlcmxpbmVkIjpmYWxzZSwiUGFyZW50U3R5bGUiOm51bGx9LCJBdXRvU2l6ZSI6MCwiRm9yZWdyb3VuZCI6eyIkaWQiOiI4NDEiLCJDb2xvciI6eyIkaWQiOiI4NDI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ODQzIiwiVG9wIjowLjAsIkxlZnQiOjUuMCwiUmlnaHQiOjAuMCwiQm90dG9tIjowLjB9LCJQYWRkaW5nIjp7IiRpZCI6Ijg0NCIsIlRvcCI6MC4wLCJMZWZ0IjowLjAsIlJpZ2h0IjowLjAsIkJvdHRvbSI6MC4wfSwiQmFja2dyb3VuZCI6eyIkaWQiOiI4NDUiLCJDb2xvciI6eyIkaWQiOiI4NDYiLCJBIjoyNTUsIlIiOjY4LCJHIjo4NCwiQiI6MTA2fX0sIklzVmlzaWJsZSI6dHJ1ZSwiV2lkdGgiOjAuMCwiSGVpZ2h0IjoxNS4wLCJCb3JkZXJTdHlsZSI6bnVsbCwiUGFyZW50U3R5bGUiOm51bGx9LCJTaW5nbGVTY2FsZVNoYXBlU3R5bGUiOnsiJGlkIjoiODQ3IiwiU2hhcGUiOjAsIkhlaWdodCI6MC4wfSwiTWlkZGxlVGllclNjYWxlU3R5bGUiOnsiJGlkIjoiODQ4IiwiU2hhcGUiOjMsIlNob3dTZWdtZW50U2VwYXJhdG9ycyI6dHJ1ZSwiU2VnbWVudFNlcGFyYXRvck9wYWNpdHkiOjMwLCJIYXNCZWVuVmlzaWJsZUJlZm9yZSI6ZmFsc2UsIkZvbnRTZXR0aW5ncyI6eyIkaWQiOiI4NDkiLCJGb250U2l6ZSI6MTAsIkZvbnROYW1lIjoiQXJpYWwiLCJJc0JvbGQiOmZhbHNlLCJJc0l0YWxpYyI6ZmFsc2UsIklzVW5kZXJsaW5lZCI6ZmFsc2UsIlBhcmVudFN0eWxlIjpudWxsfSwiQXV0b1NpemUiOjAsIkZvcmVncm91bmQiOnsiJGlkIjoiODUwIiwiQ29sb3IiOnsiJGlkIjoiODUx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g1MiIsIlRvcCI6MC4wLCJMZWZ0Ijo1LjAsIlJpZ2h0IjowLjAsIkJvdHRvbSI6MC4wfSwiUGFkZGluZyI6eyIkaWQiOiI4NTMiLCJUb3AiOjAuMCwiTGVmdCI6MC4wLCJSaWdodCI6MC4wLCJCb3R0b20iOjAuMH0sIkJhY2tncm91bmQiOnsiJGlkIjoiODU0IiwiQ29sb3IiOnsiJGlkIjoiODU1IiwiQSI6MjU1LCJSIjo2OCwiRyI6ODQsIkIiOjEwNn19LCJJc1Zpc2libGUiOnRydWUsIldpZHRoIjowLjAsIkhlaWdodCI6MTUuMCwiQm9yZGVyU3R5bGUiOm51bGwsIlBhcmVudFN0eWxlIjpudWxsfSwiQm90dG9tVGllclNjYWxlU3R5bGUiOnsiJGlkIjoiODU2IiwiU2hhcGUiOjMsIlNob3dTZWdtZW50U2VwYXJhdG9ycyI6dHJ1ZSwiU2VnbWVudFNlcGFyYXRvck9wYWNpdHkiOjMwLCJIYXNCZWVuVmlzaWJsZUJlZm9yZSI6ZmFsc2UsIkZvbnRTZXR0aW5ncyI6eyIkaWQiOiI4NTciLCJGb250U2l6ZSI6MTEsIkZvbnROYW1lIjoiQXJpYWwiLCJJc0JvbGQiOmZhbHNlLCJJc0l0YWxpYyI6ZmFsc2UsIklzVW5kZXJsaW5lZCI6ZmFsc2UsIlBhcmVudFN0eWxlIjpudWxsfSwiQXV0b1NpemUiOjAsIkZvcmVncm91bmQiOnsiJGlkIjoiODU4IiwiQ29sb3IiOnsiJGlkIjoiODU5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g2MCIsIlRvcCI6MC4wLCJMZWZ0Ijo1LjAsIlJpZ2h0IjowLjAsIkJvdHRvbSI6MC4wfSwiUGFkZGluZyI6eyIkaWQiOiI4NjEiLCJUb3AiOjAuMCwiTGVmdCI6MC4wLCJSaWdodCI6MC4wLCJCb3R0b20iOjAuMH0sIkJhY2tncm91bmQiOnsiJGlkIjoiODYyIiwiQ29sb3IiOnsiJGlkIjoiODYzIiwiQSI6MjU1LCJSIjo2OCwiRyI6ODQsIkIiOjEwNn19LCJJc1Zpc2libGUiOnRydWUsIldpZHRoIjowLjAsIkhlaWdodCI6MTUuMCwiQm9yZGVyU3R5bGUiOm51bGwsIlBhcmVudFN0eWxlIjpudWxsfSwiRWxhcHNlZFRpbWVCYWNrZ3JvdW5kIjp7IiRpZCI6Ijg2NCIsIkNvbG9yIjp7IiRpZCI6Ijg2NSIsIkEiOjE5MSwiUiI6MjU1LCJHIjowLCJCIjowfX0sIkFwcGVuZFllYXJPblllYXJDaGFuZ2UiOnRydWUsIkVsYXBzZWRUaW1lRm9ybWF0IjoyLCJUb2RheU1hcmtlclBvc2l0aW9uIjoxLCJRdWlja1Bvc2l0aW9uIjozLCJBYnNvbHV0ZVBvc2l0aW9uIjoxMTYuMjIyNzcsIk1hcmdpbiI6eyIkaWQiOiI4NjYiLCJUb3AiOjAuMCwiTGVmdCI6MTAuMCwiUmlnaHQiOjEwLjAsIkJvdHRvbSI6MC4wfSwiUGFkZGluZyI6eyIkaWQiOiI4NjciLCJUb3AiOjAuMCwiTGVmdCI6MC4wLCJSaWdodCI6MC4wLCJCb3R0b20iOjAuMH0sIkJhY2tncm91bmQiOnsiJGlkIjoiODY4IiwiQ29sb3IiOnsiJGlkIjoiODY5IiwiQSI6MjU1LCJSIjozMSwiRyI6NzMsIkIiOjEyNX19LCJJc1Zpc2libGUiOnRydWUsIldpZHRoIjowLjAsIkhlaWdodCI6MC4wLCJCb3JkZXJTdHlsZSI6bnVsbCwiUGFyZW50U3R5bGUiOm51bGx9LCJEZWZhdWx0TWlsZXN0b25lU3R5bGUiOnsiJGlkIjoiODcwIiwiU2hhcGUiOjIsIkNvbm5lY3Rvck1hcmdpbiI6eyIkaWQiOiI4NzEiLCJUb3AiOjAuMCwiTGVmdCI6Mi4wLCJSaWdodCI6Mi4wLCJCb3R0b20iOjAuMH0sIkNvbm5lY3RvclN0eWxlIjp7IiRpZCI6Ijg3MiIsIkxpbmVDb2xvciI6eyIkaWQiOiI4NzMiLCIkdHlwZSI6Ik5MUkUuQ29tbW9uLkRvbS5Tb2xpZENvbG9yQnJ1c2gsIE5MUkUuQ29tbW9uIiwiQ29sb3IiOnsiJGlkIjoiODc0IiwiQSI6MTI3LCJSIjozMSwiRyI6NzMsIkIiOjEyNn19LCJMaW5lV2VpZ2h0IjoxLjAsIkxpbmVUeXBlIjowLCJQYXJlbnRTdHlsZSI6bnVsbH0sIklzQmVsb3dUaW1lYmFuZCI6ZmFsc2UsIlBvc2l0aW9uT25UYXNrIjowLCJIaWRlRGF0ZSI6ZmFsc2UsIlNoYXBlU2l6ZSI6MSwiU3BhY2luZyI6MS4wLCJQYWRkaW5nIjp7IiRpZCI6Ijg3NSIsIlRvcCI6Ny4wLCJMZWZ0IjozLjAsIlJpZ2h0IjowLjAsIkJvdHRvbSI6Mi4wfSwiU2hhcGVTdHlsZSI6eyIkaWQiOiI4NzYiLCJNYXJnaW4iOnsiJHJlZiI6IjM2MSJ9LCJQYWRkaW5nIjp7IiRyZWYiOiIzNjIifSwiQmFja2dyb3VuZCI6eyIkaWQiOiI4NzciLCJDb2xvciI6eyIkaWQiOiI4NzgiLCJBIjoyNTUsIlIiOjExMiwiRyI6MTczLCJCIjo3MX19LCJJc1Zpc2libGUiOnRydWUsIldpZHRoIjoxMy4wLCJIZWlnaHQiOjEzLjAsIkJvcmRlclN0eWxlIjp7IiRpZCI6Ijg3OSIsIkxpbmVDb2xvciI6eyIkcmVmIjoiMzY2In0sIkxpbmVXZWlnaHQiOjAuMCwiTGluZVR5cGUiOjAsIlBhcmVudFN0eWxlIjpudWxsfSwiUGFyZW50U3R5bGUiOm51bGx9LCJUaXRsZVN0eWxlIjp7IiRpZCI6Ijg4MCIsIkZvbnRTZXR0aW5ncyI6eyIkaWQiOiI4ODEiLCJGb250U2l6ZSI6MTAsIkZvbnROYW1lIjoiQXJpYWwiLCJJc0JvbGQiOmZhbHNlLCJJc0l0YWxpYyI6ZmFsc2UsIklzVW5kZXJsaW5lZCI6ZmFsc2UsIlBhcmVudFN0eWxlIjpudWxsfSwiQXV0b1NpemUiOjAsIkZvcmVncm91bmQiOnsiJHJlZiI6IjM3MCJ9LCJNYXhXaWR0aCI6MjAwLjAsIk1heEhlaWdodCI6IkluZmluaXR5IiwiU21hcnRGb3JlZ3JvdW5kSXNBY3RpdmUiOmZhbHNlLCJIb3Jpem9udGFsQWxpZ25tZW50IjoxLCJWZXJ0aWNhbEFsaWdubWVudCI6MCwiU21hcnRGb3JlZ3JvdW5kIjpudWxsLCJCYWNrZ3JvdW5kRmlsbFR5cGUiOjAsIk1hcmdpbiI6eyIkcmVmIjoiMzcyIn0sIlBhZGRpbmciOnsiJHJlZiI6IjM3MyJ9LCJCYWNrZ3JvdW5kIjp7IiRyZWYiOiIzNzQifSwiSXNWaXNpYmxlIjp0cnVlLCJXaWR0aCI6MC4wLCJIZWlnaHQiOjAuMCwiQm9yZGVyU3R5bGUiOm51bGwsIlBhcmVudFN0eWxlIjpudWxsfSwiRGF0ZVN0eWxlIjp7IiRpZCI6Ijg4MiIsIkZvbnRTZXR0aW5ncyI6eyIkaWQiOiI4ODMiLCJGb250U2l6ZSI6OSwiRm9udE5hbWUiOiJBcmlhbCIsIklzQm9sZCI6ZmFsc2UsIklzSXRhbGljIjpmYWxzZSwiSXNVbmRlcmxpbmVkIjpmYWxzZSwiUGFyZW50U3R5bGUiOm51bGx9LCJBdXRvU2l6ZSI6MCwiRm9yZWdyb3VuZCI6eyIkcmVmIjoiMzc3In0sIk1heFdpZHRoIjoyMDAuMCwiTWF4SGVpZ2h0IjoiSW5maW5pdHkiLCJTbWFydEZvcmVncm91bmRJc0FjdGl2ZSI6ZmFsc2UsIkhvcml6b250YWxBbGlnbm1lbnQiOjEsIlZlcnRpY2FsQWxpZ25tZW50IjowLCJTbWFydEZvcmVncm91bmQiOm51bGwsIkJhY2tncm91bmRGaWxsVHlwZSI6MCwiTWFyZ2luIjp7IiRyZWYiOiIzNzkifSwiUGFkZGluZyI6eyIkcmVmIjoiMzgwIn0sIkJhY2tncm91bmQiOnsiJHJlZiI6IjM4MSJ9LCJJc1Zpc2libGUiOnRydWUsIldpZHRoIjowLjAsIkhlaWdodCI6MC4wLCJCb3JkZXJTdHlsZSI6bnVsbCwiUGFyZW50U3R5bGUiOm51bGx9LCJEYXRlRm9ybWF0Ijp7IiRpZCI6Ijg4NC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ODUiLCJGb3JtYXQiOjAsIklzVmlzaWJsZSI6ZmFsc2UsIkxhc3RLbm93blZpc2liaWxpdHlTdGF0ZSI6ZmFsc2V9LCJJc1Zpc2libGUiOnRydWUsIlBhcmVudFN0eWxlIjpudWxsfSwiRGVmYXVsdFRhc2tTdHlsZSI6eyIkaWQiOiI4ODYiLCJTaGFwZSI6MCwiU2hhcGVUaGlja25lc3MiOjEsIkR1cmF0aW9uRm9ybWF0IjowLCJJbmNsdWRlTm9uV29ya2luZ0RheXNJbkR1cmF0aW9uIjpmYWxzZSwiUGVyY2VudGFnZUNvbXBsZXRlU3R5bGUiOnsiJGlkIjoiODg3IiwiRm9udFNldHRpbmdzIjp7IiRpZCI6Ijg4OCIsIkZvbnRTaXplIjo5LCJGb250TmFtZSI6IkFyaWFsIiwiSXNCb2xkIjpmYWxzZSwiSXNJdGFsaWMiOmZhbHNlLCJJc1VuZGVybGluZWQiOmZhbHNlLCJQYXJlbnRTdHlsZSI6bnVsbH0sIkF1dG9TaXplIjowLCJGb3JlZ3JvdW5kIjp7IiRpZCI6Ijg4OSIsIkNvbG9yIjp7IiRpZCI6Ijg5MCIsIkEiOjI1NSwiUiI6MTkxLCJHIjoxOTEsIkIiOjE5MX19LCJNYXhXaWR0aCI6OTYwLjAsIk1heEhlaWdodCI6IkluZmluaXR5IiwiU21hcnRGb3JlZ3JvdW5kSXNBY3RpdmUiOmZhbHNlLCJIb3Jpem9udGFsQWxpZ25tZW50IjoxLCJWZXJ0aWNhbEFsaWdubWVudCI6MCwiU21hcnRGb3JlZ3JvdW5kIjpudWxsLCJCYWNrZ3JvdW5kRmlsbFR5cGUiOjAsIk1hcmdpbiI6eyIkcmVmIjoiMTIifSwiUGFkZGluZyI6eyIkcmVmIjoiMTMifSwiQmFja2dyb3VuZCI6eyIkcmVmIjoiMTQifSwiSXNWaXNpYmxlIjp0cnVlLCJXaWR0aCI6MC4wLCJIZWlnaHQiOjAuMCwiQm9yZGVyU3R5bGUiOm51bGwsIlBhcmVudFN0eWxlIjpudWxsfSwiRHVyYXRpb25TdHlsZSI6eyIkaWQiOiI4OTEiLCJGb250U2V0dGluZ3MiOnsiJGlkIjoiODkyIiwiRm9udFNpemUiOjksIkZvbnROYW1lIjoiQXJpYWwiLCJJc0JvbGQiOmZhbHNlLCJJc0l0YWxpYyI6ZmFsc2UsIklzVW5kZXJsaW5lZCI6ZmFsc2UsIlBhcmVudFN0eWxlIjpudWxsfSwiQXV0b1NpemUiOjAsIkZvcmVncm91bmQiOnsiJGlkIjoiODkzIiwiQ29sb3IiOnsiJGlkIjoiODk0IiwiQSI6MjU1LCJSIjoyMzcsIkciOjEyNSwiQiI6NDl9fSwiTWF4V2lkdGgiOjk2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ZmFsc2UsIldpZHRoIjowLjAsIkhlaWdodCI6MC4wLCJCb3JkZXJTdHlsZSI6bnVsbCwiUGFyZW50U3R5bGUiOm51bGx9LCJIb3Jpem9udGFsQ29ubmVjdG9yU3R5bGUiOnsiJGlkIjoiODk1IiwiTGluZUNvbG9yIjp7IiRyZWYiOiIyNiJ9LCJMaW5lV2VpZ2h0IjoxLjAsIkxpbmVUeXBlIjowLCJQYXJlbnRTdHlsZSI6bnVsbH0sIlZlcnRpY2FsQ29ubmVjdG9yU3R5bGUiOnsiJGlkIjoiODk2IiwiTGluZUNvbG9yIjp7IiRyZWYiOiIyOSJ9LCJMaW5lV2VpZ2h0IjowLjAsIkxpbmVUeXBlIjowLCJQYXJlbnRTdHlsZSI6bnVsbH0sIk1hcmdpbiI6bnVsbCwiU3RhcnREYXRlUG9zaXRpb24iOjQsIkVuZERhdGVQb3NpdGlvbiI6NCwiRGF0ZUlzVmlzaWJsZSI6dHJ1ZSwiVGl0bGVQb3NpdGlvbiI6MywiRHVyYXRpb25Qb3NpdGlvbiI6NiwiUGVyY2VudGFnZUNvbXBsZXRlZFBvc2l0aW9uIjo2LCJTcGFjaW5nIjozLCJJc0JlbG93VGltZWJhbmQiOnRydWUsIlBlcmNlbnRhZ2VDb21wbGV0ZVNoYXBlT3BhY2l0eSI6MzUsIlNoYXBlU3R5bGUiOnsiJGlkIjoiODk3IiwiTWFyZ2luIjp7IiRyZWYiOiIzMiJ9LCJQYWRkaW5nIjp7IiRyZWYiOiIzMyJ9LCJCYWNrZ3JvdW5kIjp7IiRpZCI6Ijg5OCIsIkNvbG9yIjp7IiRpZCI6Ijg5OSIsIkEiOjI1NSwiUiI6MCwiRyI6MTE0LCJCIjoxODh9fSwiSXNWaXNpYmxlIjp0cnVlLCJXaWR0aCI6MC4wLCJIZWlnaHQiOjE2LjAsIkJvcmRlclN0eWxlIjp7IiRpZCI6IjkwMCIsIkxpbmVDb2xvciI6eyIkcmVmIjoiMzcifSwiTGluZVdlaWdodCI6MC4wLCJMaW5lVHlwZSI6MCwiUGFyZW50U3R5bGUiOm51bGx9LCJQYXJlbnRTdHlsZSI6bnVsbH0sIlRpdGxlU3R5bGUiOnsiJGlkIjoiOTAxIiwiRm9udFNldHRpbmdzIjp7IiRpZCI6IjkwMiIsIkZvbnRTaXplIjoxMCwiRm9udE5hbWUiOiJBcmlhbCIsIklzQm9sZCI6dHJ1ZSwiSXNJdGFsaWMiOmZhbHNlLCJJc1VuZGVybGluZWQiOmZhbHNlLCJQYXJlbnRTdHlsZSI6bnVsbH0sIkF1dG9TaXplIjowLCJGb3JlZ3JvdW5kIjp7IiRpZCI6IjkwMyIsIkNvbG9yIjp7IiRpZCI6IjkwNCIsIkEiOjI1NSwiUiI6MCwiRyI6MCwiQiI6MH19LCJNYXhXaWR0aCI6OTYwLjAsIk1heEhlaWdodCI6IkluZmluaXR5IiwiU21hcnRGb3JlZ3JvdW5kSXNBY3RpdmUiOmZhbHNlLCJIb3Jpem9udGFsQWxpZ25tZW50IjoxLCJWZXJ0aWNhbEFsaWdubWVudCI6MCwiU21hcnRGb3JlZ3JvdW5kIjpudWxsLCJCYWNrZ3JvdW5kRmlsbFR5cGUiOjAsIk1hcmdpbiI6eyIkcmVmIjoiNDMifSwiUGFkZGluZyI6eyIkcmVmIjoiNDQifSwiQmFja2dyb3VuZCI6eyIkcmVmIjoiNDUifSwiSXNWaXNpYmxlIjp0cnVlLCJXaWR0aCI6MC4wLCJIZWlnaHQiOjAuMCwiQm9yZGVyU3R5bGUiOm51bGwsIlBhcmVudFN0eWxlIjpudWxsfSwiRGF0ZVN0eWxlIjp7IiRpZCI6IjkwNSIsIkZvbnRTZXR0aW5ncyI6eyIkaWQiOiI5MDYiLCJGb250U2l6ZSI6MTAsIkZvbnROYW1lIjoiQXJpYWwiLCJJc0JvbGQiOmZhbHNlLCJJc0l0YWxpYyI6ZmFsc2UsIklzVW5kZXJsaW5lZCI6ZmFsc2UsIlBhcmVudFN0eWxlIjpudWxsfSwiQXV0b1NpemUiOjAsIkZvcmVncm91bmQiOnsiJGlkIjoiOTA3IiwiQ29sb3IiOnsiJGlkIjoiOTA4IiwiQSI6MjU1LCJSIjo2OCwiRyI6ODQsIkIiOjEwNn19LCJNYXhXaWR0aCI6OTYwLjAsIk1heEhlaWdodCI6IkluZmluaXR5IiwiU21hcnRGb3JlZ3JvdW5kSXNBY3RpdmUiOmZhbHNlLCJIb3Jpem9udGFsQWxpZ25tZW50IjoxLCJWZXJ0aWNhbEFsaWdubWVudCI6MCwiU21hcnRGb3JlZ3JvdW5kIjpudWxsLCJCYWNrZ3JvdW5kRmlsbFR5cGUiOjAsIk1hcmdpbiI6eyIkcmVmIjoiNTEifSwiUGFkZGluZyI6eyIkcmVmIjoiNTIifSwiQmFja2dyb3VuZCI6eyIkcmVmIjoiNTMifSwiSXNWaXNpYmxlIjp0cnVlLCJXaWR0aCI6MC4wLCJIZWlnaHQiOjAuMCwiQm9yZGVyU3R5bGUiOm51bGwsIlBhcmVudFN0eWxlIjpudWxsfSwiRGF0ZUZvcm1hdCI6eyIkaWQiOiI5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wIiwiRm9ybWF0IjowLCJJc1Zpc2libGUiOmZhbHNlLCJMYXN0S25vd25WaXNpYmlsaXR5U3RhdGUiOmZhbHNlfSwiSXNWaXNpYmxlIjp0cnVlLCJQYXJlbnRTdHlsZSI6bnVsbCwiX2V4cGxpY2l0bHlTZXQiOnsiJGlkIjoiOTExIiwiU2hhcGVTdHlsZSI6ZmFsc2UsIlRpdGxlU3R5bGUiOmZhbHNlLCJEYXRlU3R5bGUiOmZhbHNlLCJIb3Jpem9udGFsQ29ubmVjdG9yU3R5bGUiOmZhbHNlLCJWZXJ0aWNhbENvbm5lY3RvclN0eWxlIjpmYWxzZSwiUGVyY2VudGFnZUNvbXBsZXRlU2hhcGVPcGFjaXR5IjpmYWxzZSwiRGF0ZUZvcm1hdCI6ZmFsc2UsIklzQmVsb3dUaW1lYmFuZCI6ZmFsc2UsIkR1cmF0aW9uRm9ybWF0IjpmYWxzZSwiRHVyYXRpb25Qb3NpdGlvbiI6ZmFsc2UsIkVuZERhdGVQb3NpdGlvbiI6ZmFsc2UsIlBlcmNlbnRhZ2VDb21wbGV0ZWRQb3NpdGlvbiI6ZmFsc2UsIlNoYXBlIjpmYWxzZSwiU2hhcGVUaGlja25lc3MiOmZhbHNlLCJTcGFjaW5nIjpmYWxzZSwiU3RhcnREYXRlUG9zaXRpb24iOmZhbHNlLCJUaXRsZVBvc2l0aW9uIjpmYWxzZSwiV2Vla051bWJlcmluZyI6ZmFsc2UsIklzVmlzaWJsZSI6ZmFsc2UsIk1hcmdpbiI6ZmFsc2V9fSwiR3JpZGxpbmVQYW5lbFN0eWxlIjp7IiRpZCI6IjkxMiIsIkdyaWRsaW5lU3R5bGUiOnsiJGlkIjoiOTEzIiwiTGluZUNvbG9yIjp7IiRpZCI6IjkxNCIsIiR0eXBlIjoiTkxSRS5Db21tb24uRG9tLlNvbGlkQ29sb3JCcnVzaCwgTkxSRS5Db21tb24iLCJDb2xvciI6eyIkaWQiOiI5MTUiLCJBIjozOCwiUiI6OTEsIkciOjE1NSwiQiI6MjEzfX0sIkxpbmVXZWlnaHQiOjAuMCwiTGluZVR5cGUiOjAsIlBhcmVudFN0eWxlIjpudWxsfSwiTWFyZ2luIjp7IiRpZCI6IjkxNiIsIlRvcCI6MC4wLCJMZWZ0IjowLjAsIlJpZ2h0IjowLjAsIkJvdHRvbSI6MC4wfSwiUGFkZGluZyI6eyIkaWQiOiI5MTciLCJUb3AiOjAuMCwiTGVmdCI6MC4wLCJSaWdodCI6MC4wLCJCb3R0b20iOjAuMH0sIkJhY2tncm91bmQiOm51bGwsIklzVmlzaWJsZSI6ZmFsc2UsIldpZHRoIjowLjAsIkhlaWdodCI6MC4wLCJCb3JkZXJTdHlsZSI6eyIkaWQiOiI5MTgiLCJMaW5lQ29sb3IiOm51bGwsIkxpbmVXZWlnaHQiOjAuMCwiTGluZVR5cGUiOjAsIlBhcmVudFN0eWxlIjpudWxsfSwiUGFyZW50U3R5bGUiOm51bGx9LCJBY3Rpdml0eUxpbmVQYW5lbFN0eWxlIjp7IiRpZCI6IjkxOSIsIkFjdGl2aXR5TGluZVN0eWxlIjp7IiRpZCI6IjkyMCIsIkxpbmVDb2xvciI6eyIkaWQiOiI5MjEiLCIkdHlwZSI6Ik5MUkUuQ29tbW9uLkRvbS5Tb2xpZENvbG9yQnJ1c2gsIE5MUkUuQ29tbW9uIiwiQ29sb3IiOnsiJGlkIjoiOTIyIiwiQSI6MzgsIlIiOjY4LCJHIjoxMTQsIkIiOjE5Nn19LCJMaW5lV2VpZ2h0IjoxLjAsIkxpbmVUeXBlIjowLCJQYXJlbnRTdHlsZSI6bnVsbH0sIk1hcmdpbiI6eyIkaWQiOiI5MjMiLCJUb3AiOjAuMCwiTGVmdCI6MC4wLCJSaWdodCI6MC4wLCJCb3R0b20iOjAuMH0sIlBhZGRpbmciOnsiJGlkIjoiOTI0IiwiVG9wIjowLjAsIkxlZnQiOjAuMCwiUmlnaHQiOjAuMCwiQm90dG9tIjowLjB9LCJCYWNrZ3JvdW5kIjpudWxsLCJJc1Zpc2libGUiOnRydWUsIldpZHRoIjowLjAsIkhlaWdodCI6MC4wLCJCb3JkZXJTdHlsZSI6eyIkaWQiOiI5MjUiLCJMaW5lQ29sb3IiOm51bGwsIkxpbmVXZWlnaHQiOjAuMCwiTGluZVR5cGUiOjAsIlBhcmVudFN0eWxlIjpudWxsfSwiUGFyZW50U3R5bGUiOm51bGx9LCJTaG93RWxhcHNlZFRpbWVHcmFkaWVudFN0eWxlIjpmYWxzZSwiVGltZWJhbmRSZXNlcnZlZExlZnRBcmVhU3R5bGUiOnsiJGlkIjoiOTI2IiwiQWN0aXZpdHlIZWFkZXJXaWR0aCI6MC4wLCJJc1NldCI6dHJ1ZX0sIkRlZmF1bHRTd2ltbGFuZVN0eWxlIjpudWxsfSwiU2NhbGUiOm51bGwsIlNjYWxlVjIiOnsiJGlkIjoiOTI3IiwiU3RhcnREYXRlIjoiMDAwMS0wMS0wMVQwMDowMDowMCIsIkVuZERhdGUiOiIwMDAxLTAxLTAxVDAwOjAwOjAwIiwiQXV0b0RhdGVSYW5nZSI6dHJ1ZSwiV29ya2luZ0RheXMiOjMxLCJGaXNjYWxZZWFyIjp7IiRpZCI6IjkyOCIsIlN0YXJ0TW9udGgiOjEsIlVzZVN0YXJ0aW5nWWVhckZvck51bWJlcmluZyI6dHJ1ZSwiU2hvd0Zpc2NhbFllYXJMYWJlbCI6dHJ1ZX0sIlRvZGF5TWFya2VyVGV4dCI6IlRvZGF5IiwiQXV0b1NjYWxlVHlwZSI6ZmFsc2UsIlRpbWViYW5kU2NhbGVzIjp7IiRpZCI6IjkyOSIsIlRvcFNjYWxlTGF5ZXIiOnsiJGlkIjoiOTMwIiwiRm9ybWF0IjpudWxsLCJUeXBlIjo0fSwiTWlkZGxlU2NhbGVMYXllciI6eyIkaWQiOiI5MzEiLCJGb3JtYXQiOm51bGwsIlR5cGUiOjN9LCJCb3R0b21TY2FsZUxheWVyIjp7IiRpZCI6IjkzMiIsIkZvcm1hdCI6Ik1NTSIsIlR5cGUiOjJ9fX0sIk1pbGVzdG9uZXMiOlt7IiRpZCI6IjkzMyIsIkRhdGUiOiIyMDI1LTA1LTAxVDIzOjU5OjU5Ljk5OVoiLCJTdHlsZSI6eyIkaWQiOiI5MzQiLCJTaGFwZSI6MiwiQ29ubmVjdG9yTWFyZ2luIjp7IiRyZWYiOiI4NzEifSwiQ29ubmVjdG9yU3R5bGUiOnsiJGlkIjoiOTM1IiwiTGluZUNvbG9yIjp7IiRpZCI6IjkzNiIsIiR0eXBlIjoiTkxSRS5Db21tb24uRG9tLlNvbGlkQ29sb3JCcnVzaCwgTkxSRS5Db21tb24iLCJDb2xvciI6eyIkaWQiOiI5MzciLCJBIjoyNTUsIlIiOjEyOCwiRyI6MTg1LCJCIjoyMjJ9fSwiTGluZVdlaWdodCI6MS4wLCJMaW5lVHlwZSI6MCwiUGFyZW50U3R5bGUiOnsiJHJlZiI6Ijg3MiJ9fSwiSXNCZWxvd1RpbWViYW5kIjpmYWxzZSwiUG9zaXRpb25PblRhc2siOjAsIkhpZGVEYXRlIjpmYWxzZSwiU2hhcGVTaXplIjoxLCJTcGFjaW5nIjoxLjAsIlBhZGRpbmciOnsiJHJlZiI6Ijg3NSJ9LCJTaGFwZVN0eWxlIjp7IiRpZCI6IjkzOCIsIk1hcmdpbiI6eyIkcmVmIjoiMzYxIn0sIlBhZGRpbmciOnsiJHJlZiI6IjM2MiJ9LCJCYWNrZ3JvdW5kIjp7IiRpZCI6IjkzOSIsIkNvbG9yIjp7IiRpZCI6Ijk0MCIsIkEiOjI1NSwiUiI6MTEyLCJHIjoxNzMsIkIiOjcxfX0sIklzVmlzaWJsZSI6dHJ1ZSwiV2lkdGgiOjEzLjAsIkhlaWdodCI6MTMuMCwiQm9yZGVyU3R5bGUiOnsiJGlkIjoiOTQxIiwiTGluZUNvbG9yIjp7IiRyZWYiOiIzNjYifSwiTGluZVdlaWdodCI6MC4wLCJMaW5lVHlwZSI6MCwiUGFyZW50U3R5bGUiOnsiJHJlZiI6Ijg3OSJ9fSwiUGFyZW50U3R5bGUiOnsiJHJlZiI6Ijg3NiJ9fSwiVGl0bGVTdHlsZSI6eyIkaWQiOiI5NDIiLCJGb250U2V0dGluZ3MiOnsiJGlkIjoiOTQzIiwiRm9udFNpemUiOjEwLCJGb250TmFtZSI6IkFyaWFsIiwiSXNCb2xkIjpmYWxzZSwiSXNJdGFsaWMiOmZhbHNlLCJJc1VuZGVybGluZWQiOmZhbHNlLCJQYXJlbnRTdHlsZSI6eyIkcmVmIjoiODgxIn19LCJBdXRvU2l6ZSI6MCwiRm9yZWdyb3VuZCI6eyIkcmVmIjoiMzcwIn0sIk1heFdpZHRoIjoyMDAuMCwiTWF4SGVpZ2h0IjoiSW5maW5pdHkiLCJTbWFydEZvcmVncm91bmRJc0FjdGl2ZSI6ZmFsc2UsIkhvcml6b250YWxBbGlnbm1lbnQiOjAsIlZlcnRpY2FsQWxpZ25tZW50IjowLCJTbWFydEZvcmVncm91bmQiOm51bGwsIkJhY2tncm91bmRGaWxsVHlwZSI6MCwiTWFyZ2luIjp7IiRyZWYiOiIzNzIifSwiUGFkZGluZyI6eyIkcmVmIjoiMzczIn0sIkJhY2tncm91bmQiOnsiJHJlZiI6IjM3NCJ9LCJJc1Zpc2libGUiOnRydWUsIldpZHRoIjowLjAsIkhlaWdodCI6MC4wLCJCb3JkZXJTdHlsZSI6eyIkaWQiOiI5NDQiLCJMaW5lQ29sb3IiOm51bGwsIkxpbmVXZWlnaHQiOjAuMCwiTGluZVR5cGUiOjAsIlBhcmVudFN0eWxlIjpudWxsfSwiUGFyZW50U3R5bGUiOnsiJHJlZiI6Ijg4MCJ9fSwiRGF0ZVN0eWxlIjp7IiRpZCI6Ijk0NSIsIkZvbnRTZXR0aW5ncyI6eyIkaWQiOiI5NDYiLCJGb250U2l6ZSI6OSwiRm9udE5hbWUiOiJBcmlhbCIsIklzQm9sZCI6ZmFsc2UsIklzSXRhbGljIjpmYWxzZSwiSXNVbmRlcmxpbmVkIjpmYWxzZSwiUGFyZW50U3R5bGUiOnsiJHJlZiI6Ijg4MyJ9fSwiQXV0b1NpemUiOjAsIkZvcmVncm91bmQiOnsiJHJlZiI6IjM3NyJ9LCJNYXhXaWR0aCI6MjAwLjAsIk1heEhlaWdodCI6IkluZmluaXR5IiwiU21hcnRGb3JlZ3JvdW5kSXNBY3RpdmUiOmZhbHNlLCJIb3Jpem9udGFsQWxpZ25tZW50IjowLCJWZXJ0aWNhbEFsaWdubWVudCI6MCwiU21hcnRGb3JlZ3JvdW5kIjpudWxsLCJCYWNrZ3JvdW5kRmlsbFR5cGUiOjAsIk1hcmdpbiI6eyIkcmVmIjoiMzc5In0sIlBhZGRpbmciOnsiJHJlZiI6IjM4MCJ9LCJCYWNrZ3JvdW5kIjp7IiRyZWYiOiIzODEifSwiSXNWaXNpYmxlIjp0cnVlLCJXaWR0aCI6MC4wLCJIZWlnaHQiOjAuMCwiQm9yZGVyU3R5bGUiOnsiJGlkIjoiOTQ3IiwiTGluZUNvbG9yIjpudWxsLCJMaW5lV2VpZ2h0IjowLjAsIkxpbmVUeXBlIjowLCJQYXJlbnRTdHlsZSI6bnVsbH0sIlBhcmVudFN0eWxlIjp7IiRyZWYiOiI4ODIifX0sIkRhdGVGb3JtYXQiOnsiJGlkIjoiOTQ4IiwiRm9ybWF0U3RyaW5nIjoiTU1NIGQsIHl5eXkiLCJTZXBhcmF0b3IiOiIvIiwiVXNlSW50ZXJuYXRpb25hbERhdGVGb3JtYXQiOmZhbHNlLCJEYXRlSXNWaXNpYmxlIjp0cnVlLCJUaW1lSXNWaXNpYmxlIjpmYWxzZSwiSG91ckRpZ2l0cyI6MCwiQW1QbURlc2lnbmF0b3IiOjAsIlRyaW0wME1pbnV0ZXMiOmZhbHNlLCJMYXN0S25vd25WaXNpYmlsaXR5U3RhdGUiOm51bGx9LCJXZWVrTnVtYmVyaW5nIjp7IiRpZCI6Ijk0OSIsIkZvcm1hdCI6MCwiSXNWaXNpYmxlIjpmYWxzZSwiTGFzdEtub3duVmlzaWJpbGl0eVN0YXRlIjpmYWxzZX0sIklzVmlzaWJsZSI6dHJ1ZSwiUGFyZW50U3R5bGUiOnsiJHJlZiI6Ijg3MCJ9fSwiSW5kZXgiOjEsIlBlcmNlbnRhZ2VDb21wbGV0ZSI6bnVsbCwiUG9zaXRpb24iOnsiUmF0aW8iOjAuMCwiSXNDdXN0b20iOmZhbHNlfSwiRGF0ZUZvcm1hdCI6eyIkcmVmIjoiOTQ4In0sIldlZWtOdW1iZXJpbmciOnsiJGlkIjoiOTUwIiwiRm9ybWF0IjowLCJJc1Zpc2libGUiOmZhbHNlLCJMYXN0S25vd25WaXNpYmlsaXR5U3RhdGUiOmZhbHNlfSwiUmVsYXRlZFRhc2tJZCI6IjAwMDAwMDAwLTAwMDAtMDAwMC0wMDAwLTAwMDAwMDAwMDAwMCIsIklkIjoiODYwNjBiZWYtMjlmNC00OGFlLTk0MDktYTQ5YzAyNTFhNmUzIiwiSW1wb3J0SWQiOm51bGwsIlRpdGxlIjoiR2VuIDEgVG9vbHMgOiBFeGVjdXRpdmUgUmV2aWV3IiwiTm90ZSI6bnVsbCwiSHlwZXJsaW5rIjp7IiRpZCI6Ijk1MSIsIkFkZHJlc3MiOiIiLCJTdWJBZGRyZXNzIjoiIn0sIklzQ2hhbmdlZCI6ZmFsc2UsIklzTmV3IjpmYWxzZX0seyIkaWQiOiI5NTIiLCJEYXRlIjoiMjAyNS0wNi0wMVQyMzo1OTo1OS45OTlaIiwiU3R5bGUiOnsiJGlkIjoiOTUzIiwiU2hhcGUiOjIsIkNvbm5lY3Rvck1hcmdpbiI6eyIkcmVmIjoiODcxIn0sIkNvbm5lY3RvclN0eWxlIjp7IiRpZCI6Ijk1NCIsIkxpbmVDb2xvciI6eyIkaWQiOiI5NTUiLCIkdHlwZSI6Ik5MUkUuQ29tbW9uLkRvbS5Tb2xpZENvbG9yQnJ1c2gsIE5MUkUuQ29tbW9uIiwiQ29sb3IiOnsiJGlkIjoiOTU2IiwiQSI6MjU1LCJSIjoxMjgsIkciOjE4NSwiQiI6MjIyfX0sIkxpbmVXZWlnaHQiOjEuMCwiTGluZVR5cGUiOjAsIlBhcmVudFN0eWxlIjp7IiRyZWYiOiI4NzIifX0sIklzQmVsb3dUaW1lYmFuZCI6ZmFsc2UsIlBvc2l0aW9uT25UYXNrIjowLCJIaWRlRGF0ZSI6ZmFsc2UsIlNoYXBlU2l6ZSI6MSwiU3BhY2luZyI6MS4wLCJQYWRkaW5nIjp7IiRyZWYiOiI4NzUifSwiU2hhcGVTdHlsZSI6eyIkaWQiOiI5NTciLCJNYXJnaW4iOnsiJHJlZiI6IjM2MSJ9LCJQYWRkaW5nIjp7IiRyZWYiOiIzNjIifSwiQmFja2dyb3VuZCI6eyIkaWQiOiI5NTgiLCJDb2xvciI6eyIkaWQiOiI5NTkiLCJBIjoyNTUsIlIiOjI1NSwiRyI6MSwiQiI6MH19LCJJc1Zpc2libGUiOnRydWUsIldpZHRoIjoxMy4wLCJIZWlnaHQiOjEzLjAsIkJvcmRlclN0eWxlIjp7IiRpZCI6Ijk2MCIsIkxpbmVDb2xvciI6eyIkcmVmIjoiMzY2In0sIkxpbmVXZWlnaHQiOjAuMCwiTGluZVR5cGUiOjAsIlBhcmVudFN0eWxlIjp7IiRyZWYiOiI4NzkifX0sIlBhcmVudFN0eWxlIjp7IiRyZWYiOiI4NzYifX0sIlRpdGxlU3R5bGUiOnsiJGlkIjoiOTYxIiwiRm9udFNldHRpbmdzIjp7IiRpZCI6Ijk2MiIsIkZvbnRTaXplIjoxMCwiRm9udE5hbWUiOiJBcmlhbCIsIklzQm9sZCI6ZmFsc2UsIklzSXRhbGljIjpmYWxzZSwiSXNVbmRlcmxpbmVkIjpmYWxzZSwiUGFyZW50U3R5bGUiOnsiJHJlZiI6Ijg4MSJ9fSwiQXV0b1NpemUiOjAsIkZvcmVncm91bmQiOnsiJHJlZiI6IjM3MCJ9LCJNYXhXaWR0aCI6MjAwLjAsIk1heEhlaWdodCI6IkluZmluaXR5IiwiU21hcnRGb3JlZ3JvdW5kSXNBY3RpdmUiOmZhbHNlLCJIb3Jpem9udGFsQWxpZ25tZW50IjowLCJWZXJ0aWNhbEFsaWdubWVudCI6MCwiU21hcnRGb3JlZ3JvdW5kIjpudWxsLCJCYWNrZ3JvdW5kRmlsbFR5cGUiOjAsIk1hcmdpbiI6eyIkcmVmIjoiMzcyIn0sIlBhZGRpbmciOnsiJHJlZiI6IjM3MyJ9LCJCYWNrZ3JvdW5kIjp7IiRyZWYiOiIzNzQifSwiSXNWaXNpYmxlIjp0cnVlLCJXaWR0aCI6MC4wLCJIZWlnaHQiOjAuMCwiQm9yZGVyU3R5bGUiOnsiJGlkIjoiOTYzIiwiTGluZUNvbG9yIjpudWxsLCJMaW5lV2VpZ2h0IjowLjAsIkxpbmVUeXBlIjowLCJQYXJlbnRTdHlsZSI6bnVsbH0sIlBhcmVudFN0eWxlIjp7IiRyZWYiOiI4ODAifX0sIkRhdGVTdHlsZSI6eyIkaWQiOiI5NjQiLCJGb250U2V0dGluZ3MiOnsiJGlkIjoiOTY1IiwiRm9udFNpemUiOjksIkZvbnROYW1lIjoiQXJpYWwiLCJJc0JvbGQiOmZhbHNlLCJJc0l0YWxpYyI6ZmFsc2UsIklzVW5kZXJsaW5lZCI6ZmFsc2UsIlBhcmVudFN0eWxlIjp7IiRyZWYiOiI4ODMifX0sIkF1dG9TaXplIjowLCJGb3JlZ3JvdW5kIjp7IiRyZWYiOiIzNzcifSwiTWF4V2lkdGgiOjIwMC4wLCJNYXhIZWlnaHQiOiJJbmZpbml0eSIsIlNtYXJ0Rm9yZWdyb3VuZElzQWN0aXZlIjpmYWxzZSwiSG9yaXpvbnRhbEFsaWdubWVudCI6MCwiVmVydGljYWxBbGlnbm1lbnQiOjAsIlNtYXJ0Rm9yZWdyb3VuZCI6bnVsbCwiQmFja2dyb3VuZEZpbGxUeXBlIjowLCJNYXJnaW4iOnsiJHJlZiI6IjM3OSJ9LCJQYWRkaW5nIjp7IiRyZWYiOiIzODAifSwiQmFja2dyb3VuZCI6eyIkcmVmIjoiMzgxIn0sIklzVmlzaWJsZSI6dHJ1ZSwiV2lkdGgiOjAuMCwiSGVpZ2h0IjowLjAsIkJvcmRlclN0eWxlIjp7IiRpZCI6Ijk2NiIsIkxpbmVDb2xvciI6bnVsbCwiTGluZVdlaWdodCI6MC4wLCJMaW5lVHlwZSI6MCwiUGFyZW50U3R5bGUiOm51bGx9LCJQYXJlbnRTdHlsZSI6eyIkcmVmIjoiODgyIn19LCJEYXRlRm9ybWF0Ijp7IiRpZCI6Ijk2NyIsIkZvcm1hdFN0cmluZyI6Ik1NTSBkLCB5eXl5IiwiU2VwYXJhdG9yIjoiLyIsIlVzZUludGVybmF0aW9uYWxEYXRlRm9ybWF0IjpmYWxzZSwiRGF0ZUlzVmlzaWJsZSI6dHJ1ZSwiVGltZUlzVmlzaWJsZSI6ZmFsc2UsIkhvdXJEaWdpdHMiOjAsIkFtUG1EZXNpZ25hdG9yIjowLCJUcmltMDBNaW51dGVzIjpmYWxzZSwiTGFzdEtub3duVmlzaWJpbGl0eVN0YXRlIjpudWxsfSwiV2Vla051bWJlcmluZyI6eyIkaWQiOiI5NjgiLCJGb3JtYXQiOjAsIklzVmlzaWJsZSI6ZmFsc2UsIkxhc3RLbm93blZpc2liaWxpdHlTdGF0ZSI6ZmFsc2V9LCJJc1Zpc2libGUiOnRydWUsIlBhcmVudFN0eWxlIjp7IiRyZWYiOiI4NzAifX0sIkluZGV4IjoyLCJQZXJjZW50YWdlQ29tcGxldGUiOm51bGwsIlBvc2l0aW9uIjp7IlJhdGlvIjowLjEyNzI5ODg1NDM0NDMwODksIklzQ3VzdG9tIjp0cnVlfSwiRGF0ZUZvcm1hdCI6eyIkcmVmIjoiOTY3In0sIldlZWtOdW1iZXJpbmciOnsiJGlkIjoiOTY5IiwiRm9ybWF0IjowLCJJc1Zpc2libGUiOmZhbHNlLCJMYXN0S25vd25WaXNpYmlsaXR5U3RhdGUiOmZhbHNlfSwiUmVsYXRlZFRhc2tJZCI6IjAwMDAwMDAwLTAwMDAtMDAwMC0wMDAwLTAwMDAwMDAwMDAwMCIsIklkIjoiMDkwYzM4YzktOGMyMy00NzMyLThmZjAtMThkNDY2NDgzYjU3IiwiSW1wb3J0SWQiOm51bGwsIlRpdGxlIjoiR2VuIDIgVG9vbHMgOiBFeGVjdXRpdmUgUmV2aWV3IiwiTm90ZSI6bnVsbCwiSHlwZXJsaW5rIjp7IiRpZCI6Ijk3MCIsIkFkZHJlc3MiOiIiLCJTdWJBZGRyZXNzIjoiIn0sIklzQ2hhbmdlZCI6ZmFsc2UsIklzTmV3IjpmYWxzZX0seyIkaWQiOiI5NzEiLCJEYXRlIjoiMjAyNS0wNi0zMFQyMzo1OTo1OS45OTlaIiwiU3R5bGUiOnsiJGlkIjoiOTcyIiwiU2hhcGUiOjAsIkNvbm5lY3Rvck1hcmdpbiI6eyIkcmVmIjoiODcxIn0sIkNvbm5lY3RvclN0eWxlIjp7IiRpZCI6Ijk3MyIsIkxpbmVDb2xvciI6eyIkaWQiOiI5NzQiLCIkdHlwZSI6Ik5MUkUuQ29tbW9uLkRvbS5Tb2xpZENvbG9yQnJ1c2gsIE5MUkUuQ29tbW9uIiwiQ29sb3IiOnsiJGlkIjoiOTc1IiwiQSI6MjU1LCJSIjoxMjgsIkciOjE4NSwiQiI6MjIyfX0sIkxpbmVXZWlnaHQiOjEuMCwiTGluZVR5cGUiOjAsIlBhcmVudFN0eWxlIjp7IiRyZWYiOiI4NzIifX0sIklzQmVsb3dUaW1lYmFuZCI6ZmFsc2UsIlBvc2l0aW9uT25UYXNrIjowLCJIaWRlRGF0ZSI6ZmFsc2UsIlNoYXBlU2l6ZSI6MSwiU3BhY2luZyI6MS4wLCJQYWRkaW5nIjp7IiRyZWYiOiI4NzUifSwiU2hhcGVTdHlsZSI6eyIkaWQiOiI5NzYiLCJNYXJnaW4iOnsiJHJlZiI6IjM2MSJ9LCJQYWRkaW5nIjp7IiRyZWYiOiIzNjIifSwiQmFja2dyb3VuZCI6eyIkaWQiOiI5NzciLCJDb2xvciI6eyIkaWQiOiI5NzgiLCJBIjoyNTUsIlIiOjAsIkciOjAsIkIiOjB9fSwiSXNWaXNpYmxlIjp0cnVlLCJXaWR0aCI6MTguMCwiSGVpZ2h0IjoyMC4wLCJCb3JkZXJTdHlsZSI6eyIkaWQiOiI5NzkiLCJMaW5lQ29sb3IiOnsiJHJlZiI6IjM2NiJ9LCJMaW5lV2VpZ2h0IjowLjAsIkxpbmVUeXBlIjowLCJQYXJlbnRTdHlsZSI6eyIkcmVmIjoiODc5In19LCJQYXJlbnRTdHlsZSI6eyIkcmVmIjoiODc2In19LCJUaXRsZVN0eWxlIjp7IiRpZCI6Ijk4MCIsIkZvbnRTZXR0aW5ncyI6eyIkaWQiOiI5ODEiLCJGb250U2l6ZSI6MTAsIkZvbnROYW1lIjoiQXJpYWwiLCJJc0JvbGQiOmZhbHNlLCJJc0l0YWxpYyI6ZmFsc2UsIklzVW5kZXJsaW5lZCI6ZmFsc2UsIlBhcmVudFN0eWxlIjp7IiRyZWYiOiI4ODEifX0sIkF1dG9TaXplIjowLCJGb3JlZ3JvdW5kIjp7IiRyZWYiOiIzNzAifSwiTWF4V2lkdGgiOjIwMC4wLCJNYXhIZWlnaHQiOiJJbmZpbml0eSIsIlNtYXJ0Rm9yZWdyb3VuZElzQWN0aXZlIjpmYWxzZSwiSG9yaXpvbnRhbEFsaWdubWVudCI6MSwiVmVydGljYWxBbGlnbm1lbnQiOjAsIlNtYXJ0Rm9yZWdyb3VuZCI6bnVsbCwiQmFja2dyb3VuZEZpbGxUeXBlIjowLCJNYXJnaW4iOnsiJHJlZiI6IjM3MiJ9LCJQYWRkaW5nIjp7IiRyZWYiOiIzNzMifSwiQmFja2dyb3VuZCI6eyIkcmVmIjoiMzc0In0sIklzVmlzaWJsZSI6dHJ1ZSwiV2lkdGgiOjAuMCwiSGVpZ2h0IjowLjAsIkJvcmRlclN0eWxlIjp7IiRpZCI6Ijk4MiIsIkxpbmVDb2xvciI6bnVsbCwiTGluZVdlaWdodCI6MC4wLCJMaW5lVHlwZSI6MCwiUGFyZW50U3R5bGUiOm51bGx9LCJQYXJlbnRTdHlsZSI6eyIkcmVmIjoiODgwIn19LCJEYXRlU3R5bGUiOnsiJGlkIjoiOTgzIiwiRm9udFNldHRpbmdzIjp7IiRpZCI6Ijk4NCIsIkZvbnRTaXplIjo5LCJGb250TmFtZSI6IkFyaWFsIiwiSXNCb2xkIjpmYWxzZSwiSXNJdGFsaWMiOmZhbHNlLCJJc1VuZGVybGluZWQiOmZhbHNlLCJQYXJlbnRTdHlsZSI6eyIkcmVmIjoiODgzIn19LCJBdXRvU2l6ZSI6MCwiRm9yZWdyb3VuZCI6eyIkcmVmIjoiMzc3In0sIk1heFdpZHRoIjoyMDAuMCwiTWF4SGVpZ2h0IjoiSW5maW5pdHkiLCJTbWFydEZvcmVncm91bmRJc0FjdGl2ZSI6ZmFsc2UsIkhvcml6b250YWxBbGlnbm1lbnQiOjEsIlZlcnRpY2FsQWxpZ25tZW50IjowLCJTbWFydEZvcmVncm91bmQiOm51bGwsIkJhY2tncm91bmRGaWxsVHlwZSI6MCwiTWFyZ2luIjp7IiRyZWYiOiIzNzkifSwiUGFkZGluZyI6eyIkcmVmIjoiMzgwIn0sIkJhY2tncm91bmQiOnsiJHJlZiI6IjM4MSJ9LCJJc1Zpc2libGUiOnRydWUsIldpZHRoIjowLjAsIkhlaWdodCI6MC4wLCJCb3JkZXJTdHlsZSI6eyIkaWQiOiI5ODUiLCJMaW5lQ29sb3IiOm51bGwsIkxpbmVXZWlnaHQiOjAuMCwiTGluZVR5cGUiOjAsIlBhcmVudFN0eWxlIjpudWxsfSwiUGFyZW50U3R5bGUiOnsiJHJlZiI6Ijg4MiJ9fSwiRGF0ZUZvcm1hdCI6eyIkaWQiOiI5ODYiLCJGb3JtYXRTdHJpbmciOiJNTU0gZCwgeXl5eSIsIlNlcGFyYXRvciI6Ii8iLCJVc2VJbnRlcm5hdGlvbmFsRGF0ZUZvcm1hdCI6ZmFsc2UsIkRhdGVJc1Zpc2libGUiOnRydWUsIlRpbWVJc1Zpc2libGUiOmZhbHNlLCJIb3VyRGlnaXRzIjowLCJBbVBtRGVzaWduYXRvciI6MCwiVHJpbTAwTWludXRlcyI6ZmFsc2UsIkxhc3RLbm93blZpc2liaWxpdHlTdGF0ZSI6bnVsbH0sIldlZWtOdW1iZXJpbmciOnsiJGlkIjoiOTg3IiwiRm9ybWF0IjowLCJJc1Zpc2libGUiOmZhbHNlLCJMYXN0S25vd25WaXNpYmlsaXR5U3RhdGUiOmZhbHNlfSwiSXNWaXNpYmxlIjp0cnVlLCJQYXJlbnRTdHlsZSI6eyIkcmVmIjoiODcwIn19LCJJbmRleCI6MywiUGVyY2VudGFnZUNvbXBsZXRlIjpudWxsLCJQb3NpdGlvbiI6eyJSYXRpbyI6MC4wLCJJc0N1c3RvbSI6ZmFsc2V9LCJEYXRlRm9ybWF0Ijp7IiRyZWYiOiI5ODYifSwiV2Vla051bWJlcmluZyI6eyIkaWQiOiI5ODgiLCJGb3JtYXQiOjAsIklzVmlzaWJsZSI6ZmFsc2UsIkxhc3RLbm93blZpc2liaWxpdHlTdGF0ZSI6ZmFsc2V9LCJSZWxhdGVkVGFza0lkIjoiMDAwMDAwMDAtMDAwMC0wMDAwLTAwMDAtMDAwMDAwMDAwMDAwIiwiSWQiOiI2YzY4ZTkwNi1mZjc4LTRkODAtYWVmMi04YzViM2YzZjQ3MGIiLCJJbXBvcnRJZCI6bnVsbCwiVGl0bGUiOiJVc2UgQ2FzZXMgOiBFeGVjdXRpdmUgUmV2aWV3IiwiTm90ZSI6bnVsbCwiSHlwZXJsaW5rIjp7IiRpZCI6Ijk4OSIsIkFkZHJlc3MiOiIiLCJTdWJBZGRyZXNzIjoiIn0sIklzQ2hhbmdlZCI6ZmFsc2UsIklzTmV3IjpmYWxzZX0seyIkaWQiOiI5OTAiLCJEYXRlIjoiMjAyNS0wOS0xNVQyMzo1OTo1OS45OTlaIiwiU3R5bGUiOnsiJGlkIjoiOTkxIiwiU2hhcGUiOjAsIkNvbm5lY3Rvck1hcmdpbiI6eyIkcmVmIjoiODcxIn0sIkNvbm5lY3RvclN0eWxlIjp7IiRpZCI6Ijk5MiIsIkxpbmVDb2xvciI6eyIkaWQiOiI5OTMiLCIkdHlwZSI6Ik5MUkUuQ29tbW9uLkRvbS5Tb2xpZENvbG9yQnJ1c2gsIE5MUkUuQ29tbW9uIiwiQ29sb3IiOnsiJGlkIjoiOTk0IiwiQSI6MjU1LCJSIjoxMjgsIkciOjE4NSwiQiI6MjIyfX0sIkxpbmVXZWlnaHQiOjEuMCwiTGluZVR5cGUiOjAsIlBhcmVudFN0eWxlIjp7IiRyZWYiOiI4NzIifX0sIklzQmVsb3dUaW1lYmFuZCI6ZmFsc2UsIlBvc2l0aW9uT25UYXNrIjowLCJIaWRlRGF0ZSI6ZmFsc2UsIlNoYXBlU2l6ZSI6MSwiU3BhY2luZyI6MS4wLCJQYWRkaW5nIjp7IiRyZWYiOiI4NzUifSwiU2hhcGVTdHlsZSI6eyIkaWQiOiI5OTUiLCJNYXJnaW4iOnsiJHJlZiI6IjM2MSJ9LCJQYWRkaW5nIjp7IiRyZWYiOiIzNjIifSwiQmFja2dyb3VuZCI6eyIkaWQiOiI5OTYiLCJDb2xvciI6eyIkaWQiOiI5OTciLCJBIjoyNTUsIlIiOjAsIkciOjAsIkIiOjB9fSwiSXNWaXNpYmxlIjp0cnVlLCJXaWR0aCI6MTMuMCwiSGVpZ2h0IjoxMy4wLCJCb3JkZXJTdHlsZSI6eyIkaWQiOiI5OTgiLCJMaW5lQ29sb3IiOnsiJHJlZiI6IjM2NiJ9LCJMaW5lV2VpZ2h0IjowLjAsIkxpbmVUeXBlIjowLCJQYXJlbnRTdHlsZSI6eyIkcmVmIjoiODc5In19LCJQYXJlbnRTdHlsZSI6eyIkcmVmIjoiODc2In19LCJUaXRsZVN0eWxlIjp7IiRpZCI6Ijk5OSIsIkZvbnRTZXR0aW5ncyI6eyIkaWQiOiIxMDAwIiwiRm9udFNpemUiOjEwLCJGb250TmFtZSI6IkFyaWFsIiwiSXNCb2xkIjpmYWxzZSwiSXNJdGFsaWMiOmZhbHNlLCJJc1VuZGVybGluZWQiOmZhbHNlLCJQYXJlbnRTdHlsZSI6eyIkcmVmIjoiODgxIn19LCJBdXRvU2l6ZSI6MCwiRm9yZWdyb3VuZCI6eyIkcmVmIjoiMzcwIn0sIk1heFdpZHRoIjoyMDAuMCwiTWF4SGVpZ2h0IjoiSW5maW5pdHkiLCJTbWFydEZvcmVncm91bmRJc0FjdGl2ZSI6ZmFsc2UsIkhvcml6b250YWxBbGlnbm1lbnQiOjEsIlZlcnRpY2FsQWxpZ25tZW50IjowLCJTbWFydEZvcmVncm91bmQiOm51bGwsIkJhY2tncm91bmRGaWxsVHlwZSI6MCwiTWFyZ2luIjp7IiRyZWYiOiIzNzIifSwiUGFkZGluZyI6eyIkcmVmIjoiMzczIn0sIkJhY2tncm91bmQiOnsiJHJlZiI6IjM3NCJ9LCJJc1Zpc2libGUiOnRydWUsIldpZHRoIjowLjAsIkhlaWdodCI6MC4wLCJCb3JkZXJTdHlsZSI6eyIkaWQiOiIxMDAxIiwiTGluZUNvbG9yIjpudWxsLCJMaW5lV2VpZ2h0IjowLjAsIkxpbmVUeXBlIjowLCJQYXJlbnRTdHlsZSI6bnVsbH0sIlBhcmVudFN0eWxlIjp7IiRyZWYiOiI4ODAifX0sIkRhdGVTdHlsZSI6eyIkaWQiOiIxMDAyIiwiRm9udFNldHRpbmdzIjp7IiRpZCI6IjEwMDMiLCJGb250U2l6ZSI6OSwiRm9udE5hbWUiOiJBcmlhbCIsIklzQm9sZCI6ZmFsc2UsIklzSXRhbGljIjpmYWxzZSwiSXNVbmRlcmxpbmVkIjpmYWxzZSwiUGFyZW50U3R5bGUiOnsiJHJlZiI6Ijg4MyJ9fSwiQXV0b1NpemUiOjAsIkZvcmVncm91bmQiOnsiJHJlZiI6IjM3NyJ9LCJNYXhXaWR0aCI6MjAwLjAsIk1heEhlaWdodCI6IkluZmluaXR5IiwiU21hcnRGb3JlZ3JvdW5kSXNBY3RpdmUiOmZhbHNlLCJIb3Jpem9udGFsQWxpZ25tZW50IjoxLCJWZXJ0aWNhbEFsaWdubWVudCI6MCwiU21hcnRGb3JlZ3JvdW5kIjpudWxsLCJCYWNrZ3JvdW5kRmlsbFR5cGUiOjAsIk1hcmdpbiI6eyIkcmVmIjoiMzc5In0sIlBhZGRpbmciOnsiJHJlZiI6IjM4MCJ9LCJCYWNrZ3JvdW5kIjp7IiRyZWYiOiIzODEifSwiSXNWaXNpYmxlIjp0cnVlLCJXaWR0aCI6MC4wLCJIZWlnaHQiOjAuMCwiQm9yZGVyU3R5bGUiOnsiJGlkIjoiMTAwNCIsIkxpbmVDb2xvciI6bnVsbCwiTGluZVdlaWdodCI6MC4wLCJMaW5lVHlwZSI6MCwiUGFyZW50U3R5bGUiOm51bGx9LCJQYXJlbnRTdHlsZSI6eyIkcmVmIjoiODgyIn19LCJEYXRlRm9ybWF0Ijp7IiRpZCI6IjEwMDUiLCJGb3JtYXRTdHJpbmciOiJNTU0gZCwgeXl5eSIsIlNlcGFyYXRvciI6Ii8iLCJVc2VJbnRlcm5hdGlvbmFsRGF0ZUZvcm1hdCI6ZmFsc2UsIkRhdGVJc1Zpc2libGUiOnRydWUsIlRpbWVJc1Zpc2libGUiOmZhbHNlLCJIb3VyRGlnaXRzIjowLCJBbVBtRGVzaWduYXRvciI6MCwiVHJpbTAwTWludXRlcyI6ZmFsc2UsIkxhc3RLbm93blZpc2liaWxpdHlTdGF0ZSI6bnVsbH0sIldlZWtOdW1iZXJpbmciOnsiJGlkIjoiMTAwNiIsIkZvcm1hdCI6MCwiSXNWaXNpYmxlIjpmYWxzZSwiTGFzdEtub3duVmlzaWJpbGl0eVN0YXRlIjpmYWxzZX0sIklzVmlzaWJsZSI6dHJ1ZSwiUGFyZW50U3R5bGUiOnsiJHJlZiI6Ijg3MCJ9fSwiSW5kZXgiOjQsIlBlcmNlbnRhZ2VDb21wbGV0ZSI6bnVsbCwiUG9zaXRpb24iOnsiUmF0aW8iOjAuMCwiSXNDdXN0b20iOmZhbHNlfSwiRGF0ZUZvcm1hdCI6eyIkcmVmIjoiMTAwNSJ9LCJXZWVrTnVtYmVyaW5nIjp7IiRpZCI6IjEwMDciLCJGb3JtYXQiOjAsIklzVmlzaWJsZSI6ZmFsc2UsIkxhc3RLbm93blZpc2liaWxpdHlTdGF0ZSI6ZmFsc2V9LCJSZWxhdGVkVGFza0lkIjoiMDAwMDAwMDAtMDAwMC0wMDAwLTAwMDAtMDAwMDAwMDAwMDAwIiwiSWQiOiI2ZGY2ZTFhZi1kOGQzLTQxYzEtOThmNi1lNGEzOTVmZWUwNDAiLCJJbXBvcnRJZCI6bnVsbCwiVGl0bGUiOiJVc2UgQ2FzZXMgOiBFdmFsdWF0aW9uIEV4ZWN1dGl2ZSBSZXZpZXciLCJOb3RlIjpudWxsLCJIeXBlcmxpbmsiOnsiJGlkIjoiMTAwOCIsIkFkZHJlc3MiOiIiLCJTdWJBZGRyZXNzIjoiIn0sIklzQ2hhbmdlZCI6ZmFsc2UsIklzTmV3IjpmYWxzZX1dLCJUYXNrcyI6W10sIlN3aW1sYW5lcyI6W10sIk1zUHJvamVjdEl0ZW1zVHJlZSI6eyIkaWQiOiIxMDA5IiwiUm9vdCI6eyJJbXBvcnRJZCI6bnVsbCwiSXNJbXBvcnRlZCI6ZmFsc2UsIkNoaWxkcmVuIjpbXX19LCJNZXRhZGF0YSI6eyIkaWQiOiIxMDEwIn0sIlNldHRpbmdzIjp7IiRpZCI6IjEwMTEiLCJJbXBhT3B0aW9ucyI6eyIkaWQiOiIxMDEyIiwiTGVmdFRvUmlnaHQiOnRydWUsIlBheWxvYWRPcHRpb25zIjox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dHJ1ZSwiSW1wb3J0VHlwZSI6NiwiRmlsZVBhdGgiOm51bGwsIlRpbWVDb25maWd1cmF0aW9uIjp7IiRpZCI6IjEwMTMiLCJVc2VUaW1lIjpmYWxzZSwiV29ya0RheVN0YXJ0IjoiMDA6MDA6MDAiLCJXb3JrRGF5RW5kIjoiMjM6NTk6MDAifSwiTGFzdFVzZWRUZW1wbGF0ZUlkIjoiNzM1NWI2MzMtYWM2Ni00NTI4LThiNGQtMjk5ZmFlZGM5ZWU5IiwiRmlyc3RXZWVrT2ZZZWFyIjowLCJQbGFjZU1pbGVzdG9uZUF0VGhlQmVnaW5uaW5nT2ZUaGVEYXkiOmZhbHNlfQ=="/>
  <p:tag name="__master" val="__part_0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slides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